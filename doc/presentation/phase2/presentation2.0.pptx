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4"/>
    <p:sldMasterId id="214748370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ed Hat Display SemiBold"/>
      <p:regular r:id="rId22"/>
      <p:bold r:id="rId23"/>
      <p:italic r:id="rId24"/>
      <p:boldItalic r:id="rId25"/>
    </p:embeddedFont>
    <p:embeddedFont>
      <p:font typeface="Red Hat Display Medium"/>
      <p:regular r:id="rId26"/>
      <p:bold r:id="rId27"/>
      <p:italic r:id="rId28"/>
      <p:boldItalic r:id="rId29"/>
    </p:embeddedFont>
    <p:embeddedFont>
      <p:font typeface="Red Hat Display"/>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edHatDisplaySemiBold-regular.fntdata"/><Relationship Id="rId21" Type="http://schemas.openxmlformats.org/officeDocument/2006/relationships/slide" Target="slides/slide15.xml"/><Relationship Id="rId24" Type="http://schemas.openxmlformats.org/officeDocument/2006/relationships/font" Target="fonts/RedHatDisplaySemiBold-italic.fntdata"/><Relationship Id="rId23" Type="http://schemas.openxmlformats.org/officeDocument/2006/relationships/font" Target="fonts/RedHatDisplay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edHatDisplayMedium-regular.fntdata"/><Relationship Id="rId25" Type="http://schemas.openxmlformats.org/officeDocument/2006/relationships/font" Target="fonts/RedHatDisplaySemiBold-boldItalic.fntdata"/><Relationship Id="rId28" Type="http://schemas.openxmlformats.org/officeDocument/2006/relationships/font" Target="fonts/RedHatDisplayMedium-italic.fntdata"/><Relationship Id="rId27" Type="http://schemas.openxmlformats.org/officeDocument/2006/relationships/font" Target="fonts/RedHatDisplayMedium-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edHatDisplayMedium-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edHatDisplay-bold.fntdata"/><Relationship Id="rId30" Type="http://schemas.openxmlformats.org/officeDocument/2006/relationships/font" Target="fonts/RedHatDisplay-regular.fntdata"/><Relationship Id="rId11" Type="http://schemas.openxmlformats.org/officeDocument/2006/relationships/slide" Target="slides/slide5.xml"/><Relationship Id="rId33" Type="http://schemas.openxmlformats.org/officeDocument/2006/relationships/font" Target="fonts/RedHatDisplay-boldItalic.fntdata"/><Relationship Id="rId10" Type="http://schemas.openxmlformats.org/officeDocument/2006/relationships/slide" Target="slides/slide4.xml"/><Relationship Id="rId32" Type="http://schemas.openxmlformats.org/officeDocument/2006/relationships/font" Target="fonts/RedHatDisplay-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9fd09305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9fd09305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connor</a:t>
            </a:r>
            <a:br>
              <a:rPr b="1" lang="en">
                <a:solidFill>
                  <a:schemeClr val="dk1"/>
                </a:solidFill>
              </a:rPr>
            </a:br>
            <a:r>
              <a:rPr b="1" lang="en">
                <a:solidFill>
                  <a:schemeClr val="dk1"/>
                </a:solidFill>
              </a:rPr>
              <a:t>Hi everyone this is Release 2 for jscope fund good deeds app, we will walk through our solution, our architecture, show you </a:t>
            </a:r>
            <a:r>
              <a:rPr b="1" lang="en">
                <a:solidFill>
                  <a:schemeClr val="dk1"/>
                </a:solidFill>
              </a:rPr>
              <a:t>what</a:t>
            </a:r>
            <a:r>
              <a:rPr b="1" lang="en">
                <a:solidFill>
                  <a:schemeClr val="dk1"/>
                </a:solidFill>
              </a:rPr>
              <a:t> we built, and what we learned along the way</a:t>
            </a:r>
            <a:endParaRPr b="1">
              <a:solidFill>
                <a:schemeClr val="dk1"/>
              </a:solidFill>
            </a:endParaRPr>
          </a:p>
          <a:p>
            <a:pPr indent="0" lvl="0" marL="0" rtl="0" algn="l">
              <a:lnSpc>
                <a:spcPct val="115000"/>
              </a:lnSpc>
              <a:spcBef>
                <a:spcPts val="1200"/>
              </a:spcBef>
              <a:spcAft>
                <a:spcPts val="1200"/>
              </a:spcAft>
              <a:buNone/>
            </a:pPr>
            <a:br>
              <a:rPr b="1" lang="en">
                <a:solidFill>
                  <a:schemeClr val="dk1"/>
                </a:solidFill>
              </a:rPr>
            </a:b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ac8725b10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ac8725b10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Connor</a:t>
            </a:r>
            <a:br>
              <a:rPr lang="en"/>
            </a:br>
            <a:br>
              <a:rPr lang="en"/>
            </a:br>
            <a:r>
              <a:rPr lang="en"/>
              <a:t>Broke the </a:t>
            </a:r>
            <a:r>
              <a:rPr lang="en"/>
              <a:t>system</a:t>
            </a:r>
            <a:r>
              <a:rPr lang="en"/>
              <a:t> down by responsibility so we werent stepping on toes, MVC split nicely amidst our strengths.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Oliver took on model work for needs funding and ledger </a:t>
            </a:r>
            <a:r>
              <a:rPr lang="en"/>
              <a:t>entities</a:t>
            </a:r>
            <a:r>
              <a:rPr lang="en"/>
              <a:t>, along with </a:t>
            </a:r>
            <a:r>
              <a:rPr lang="en"/>
              <a:t>business</a:t>
            </a:r>
            <a:r>
              <a:rPr lang="en"/>
              <a:t> rules</a:t>
            </a:r>
            <a:endParaRPr/>
          </a:p>
          <a:p>
            <a:pPr indent="0" lvl="0" marL="0" rtl="0" algn="l">
              <a:spcBef>
                <a:spcPts val="0"/>
              </a:spcBef>
              <a:spcAft>
                <a:spcPts val="0"/>
              </a:spcAft>
              <a:buNone/>
            </a:pPr>
            <a:r>
              <a:rPr lang="en"/>
              <a:t>Jon took on the controllers and secured clean data flow between views, repositories, and the master workflow logic </a:t>
            </a:r>
            <a:endParaRPr/>
          </a:p>
          <a:p>
            <a:pPr indent="0" lvl="0" marL="0" rtl="0" algn="l">
              <a:spcBef>
                <a:spcPts val="0"/>
              </a:spcBef>
              <a:spcAft>
                <a:spcPts val="0"/>
              </a:spcAft>
              <a:buNone/>
            </a:pPr>
            <a:r>
              <a:rPr lang="en"/>
              <a:t>Patrick handled csv load/ save and kept repository data consistent, stable and safe from formatting errors.</a:t>
            </a:r>
            <a:endParaRPr/>
          </a:p>
          <a:p>
            <a:pPr indent="0" lvl="0" marL="0" rtl="0" algn="l">
              <a:spcBef>
                <a:spcPts val="0"/>
              </a:spcBef>
              <a:spcAft>
                <a:spcPts val="0"/>
              </a:spcAft>
              <a:buNone/>
            </a:pPr>
            <a:r>
              <a:rPr lang="en"/>
              <a:t>Connor built the swing ui and cli flows and kept the team aligned on story breakdowns, pacing and integrations.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ac8725b10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ac8725b10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Connor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Release 1 go the basics working now </a:t>
            </a:r>
            <a:r>
              <a:rPr lang="en"/>
              <a:t>we're</a:t>
            </a:r>
            <a:r>
              <a:rPr lang="en"/>
              <a:t> really </a:t>
            </a:r>
            <a:r>
              <a:rPr lang="en"/>
              <a:t>turning</a:t>
            </a:r>
            <a:r>
              <a:rPr lang="en"/>
              <a:t> this into a maintainable nice looking application users can enjoy! This expands on requirements of the </a:t>
            </a:r>
            <a:r>
              <a:rPr lang="en"/>
              <a:t>project</a:t>
            </a:r>
            <a:r>
              <a:rPr lang="en"/>
              <a:t> site, specifically adding the funding </a:t>
            </a:r>
            <a:r>
              <a:rPr lang="en"/>
              <a:t>subsystem</a:t>
            </a:r>
            <a:r>
              <a:rPr lang="en"/>
              <a:t> and requiring a true master controller to coordinate data across needs, funding, and ledger. </a:t>
            </a:r>
            <a:br>
              <a:rPr lang="en"/>
            </a:br>
            <a:br>
              <a:rPr lang="en"/>
            </a:br>
            <a:r>
              <a:rPr lang="en"/>
              <a:t>Our goal was to extend functionality and keep strict mvc boundaries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ac8725b10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ac8725b10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Connor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took </a:t>
            </a:r>
            <a:r>
              <a:rPr lang="en"/>
              <a:t>requirements</a:t>
            </a:r>
            <a:r>
              <a:rPr lang="en"/>
              <a:t> literally and reogranized architecture </a:t>
            </a:r>
            <a:br>
              <a:rPr lang="en"/>
            </a:br>
            <a:br>
              <a:rPr lang="en"/>
            </a:br>
            <a:r>
              <a:rPr lang="en"/>
              <a:t>Fund good deeds now supports full funding </a:t>
            </a:r>
            <a:r>
              <a:rPr lang="en"/>
              <a:t>management. We added funding controller, funding repo, and integrated them with master controller. We also improved the allocation logic and connected everything to an updated swing ui.</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ac8725b10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ac8725b10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Oliver</a:t>
            </a:r>
            <a:br>
              <a:rPr lang="en"/>
            </a:br>
            <a:br>
              <a:rPr lang="en"/>
            </a:br>
            <a:r>
              <a:rPr lang="en"/>
              <a:t>High level architecture </a:t>
            </a:r>
            <a:r>
              <a:rPr lang="en"/>
              <a:t>overview</a:t>
            </a:r>
            <a:r>
              <a:rPr lang="en"/>
              <a:t>, everything flows through the master controller. VIew never talks directly to repositories or models. Each Feature controller owns one repository, and the CSV manager isolates all persistence logic. This clean layering let us debug and expand the system efficiently.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ac8725b108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ac8725b10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Oliver</a:t>
            </a:r>
            <a:br>
              <a:rPr lang="en"/>
            </a:br>
            <a:br>
              <a:rPr lang="en"/>
            </a:br>
            <a:r>
              <a:rPr lang="en"/>
              <a:t>Each sub system has on responsibility, UI components trigger actions on Master Controller. The Master controller delegates to needs, funding, or ledger controllers.  </a:t>
            </a:r>
            <a:r>
              <a:rPr lang="en"/>
              <a:t>Repositories</a:t>
            </a:r>
            <a:r>
              <a:rPr lang="en"/>
              <a:t> store and load data and the model substem handles domain rules. This diagram shows the exact flow for any operation in the system.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ac8725b108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ac8725b108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a:t>
            </a:r>
            <a:br>
              <a:rPr lang="en"/>
            </a:br>
            <a:br>
              <a:rPr lang="en"/>
            </a:br>
            <a:r>
              <a:rPr lang="en"/>
              <a:t>This is the release 2 class diagram split from left to right (top is left, bottom is right) </a:t>
            </a:r>
            <a:br>
              <a:rPr lang="en"/>
            </a:br>
            <a:br>
              <a:rPr lang="en"/>
            </a:br>
            <a:r>
              <a:rPr lang="en"/>
              <a:t>The biggest additions include funding repo, funding controller, and strengthened master controller.</a:t>
            </a:r>
            <a:br>
              <a:rPr lang="en"/>
            </a:br>
            <a:br>
              <a:rPr lang="en"/>
            </a:br>
            <a:r>
              <a:rPr lang="en"/>
              <a:t> You can see clean one directional dependencies</a:t>
            </a:r>
            <a:br>
              <a:rPr lang="en"/>
            </a:br>
            <a:r>
              <a:rPr lang="en"/>
              <a:t>Views -&gt; Controllers -&gt; repositories -&gt; Model. </a:t>
            </a:r>
            <a:br>
              <a:rPr lang="en"/>
            </a:br>
            <a:br>
              <a:rPr lang="en"/>
            </a:br>
            <a:r>
              <a:rPr lang="en"/>
              <a:t>Strong cohesion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ac8725b10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ac8725b10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a:t>
            </a:r>
            <a:br>
              <a:rPr lang="en"/>
            </a:br>
            <a:br>
              <a:rPr lang="en"/>
            </a:br>
            <a:r>
              <a:rPr lang="en"/>
              <a:t>This is the release 2 class diagram split from left to right (top is left, bottom is right) </a:t>
            </a:r>
            <a:br>
              <a:rPr lang="en"/>
            </a:br>
            <a:br>
              <a:rPr lang="en"/>
            </a:br>
            <a:r>
              <a:rPr lang="en"/>
              <a:t>The biggest additions include funding repo, funding controller, and strengthened master controller.</a:t>
            </a:r>
            <a:br>
              <a:rPr lang="en"/>
            </a:br>
            <a:br>
              <a:rPr lang="en"/>
            </a:br>
            <a:r>
              <a:rPr lang="en"/>
              <a:t> You can see clean one directional dependencies</a:t>
            </a:r>
            <a:br>
              <a:rPr lang="en"/>
            </a:br>
            <a:r>
              <a:rPr lang="en"/>
              <a:t>Views -&gt; Controllers -&gt; repositories -&gt; Model. </a:t>
            </a:r>
            <a:br>
              <a:rPr lang="en"/>
            </a:br>
            <a:br>
              <a:rPr lang="en"/>
            </a:br>
            <a:r>
              <a:rPr lang="en"/>
              <a:t>Strong cohesion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ac8725b10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ac8725b10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a:t>
            </a:r>
            <a:br>
              <a:rPr lang="en"/>
            </a:br>
            <a:br>
              <a:rPr lang="en"/>
            </a:br>
            <a:r>
              <a:rPr lang="en"/>
              <a:t>This diagram shows what happens when the user adds a funding source. Funding panel gathers input, calls the funding controller through the master controller, and the repository creates a new Funding Source. Once the repository saves and calls the notify observers, then the UI refreshes automatically. This sequence highlights the observer usage and controller delegation.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ac8725b10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ac8725b10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Patrick</a:t>
            </a:r>
            <a:br>
              <a:rPr lang="en"/>
            </a:br>
            <a:br>
              <a:rPr lang="en"/>
            </a:br>
            <a:r>
              <a:rPr lang="en"/>
              <a:t>For the demo we will show the full path from loading a CSV, adding a funding source, allocating funds, and watching the GUI reflect those changes instantly. We will also validate csv to show persistence works end to end and launch the app to show all data is stored.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ac8725b108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ac8725b108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Oliver</a:t>
            </a:r>
            <a:br>
              <a:rPr lang="en"/>
            </a:br>
            <a:br>
              <a:rPr lang="en"/>
            </a:br>
            <a:r>
              <a:rPr lang="en"/>
              <a:t>Most challenges happened during integrations. Each sub system would originally assume </a:t>
            </a:r>
            <a:r>
              <a:rPr lang="en"/>
              <a:t>slightly</a:t>
            </a:r>
            <a:r>
              <a:rPr lang="en"/>
              <a:t> different data flows. Especially around our funding and ledger rules.  Getting everything to match the </a:t>
            </a:r>
            <a:r>
              <a:rPr lang="en"/>
              <a:t>Master Controllers</a:t>
            </a:r>
            <a:r>
              <a:rPr lang="en"/>
              <a:t> expectations took most of the time. We also ran into a few swing refresh issues and matching CSV formatting constraints.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ac8725b10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ac8725b10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Oliver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ac8725b108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ac8725b10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 </a:t>
            </a:r>
            <a:br>
              <a:rPr lang="en"/>
            </a:br>
            <a:br>
              <a:rPr lang="en"/>
            </a:br>
            <a:r>
              <a:rPr lang="en"/>
              <a:t>For release 3 we would reduce GUI repetition, improve UX, add and possibly explore a web based version. We also like to support user specific </a:t>
            </a:r>
            <a:r>
              <a:rPr lang="en"/>
              <a:t>scenarios</a:t>
            </a:r>
            <a:r>
              <a:rPr lang="en"/>
              <a:t> like bill splitting or partner saving goals.  Let controllers depend on </a:t>
            </a:r>
            <a:r>
              <a:rPr lang="en"/>
              <a:t>NeedsRepository</a:t>
            </a:r>
            <a:r>
              <a:rPr lang="en"/>
              <a:t> / FundingRepository instead of concrete classes.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ac8725b10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ac8725b10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connor</a:t>
            </a:r>
            <a:endParaRPr/>
          </a:p>
          <a:p>
            <a:pPr indent="0" lvl="0" marL="0" rtl="0" algn="l">
              <a:spcBef>
                <a:spcPts val="0"/>
              </a:spcBef>
              <a:spcAft>
                <a:spcPts val="0"/>
              </a:spcAft>
              <a:buNone/>
            </a:pPr>
            <a:br>
              <a:rPr lang="en"/>
            </a:br>
            <a:r>
              <a:rPr lang="en"/>
              <a:t>Subsystem boundaries matter. Good diagrams save us from confusion, and we </a:t>
            </a:r>
            <a:r>
              <a:rPr lang="en"/>
              <a:t>learned that MVC only works when everyone follows it. Integration days always cost more time than expected. And thank the lord for the use of captioning services to allow ample communication with our teammate who happens to be deaf.</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ac8725b10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ac8725b10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54" name="Shape 54"/>
        <p:cNvGrpSpPr/>
        <p:nvPr/>
      </p:nvGrpSpPr>
      <p:grpSpPr>
        <a:xfrm>
          <a:off x="0" y="0"/>
          <a:ext cx="0" cy="0"/>
          <a:chOff x="0" y="0"/>
          <a:chExt cx="0" cy="0"/>
        </a:xfrm>
      </p:grpSpPr>
      <p:sp>
        <p:nvSpPr>
          <p:cNvPr id="55" name="Google Shape;55;p14"/>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6" name="Google Shape;56;p14"/>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7" name="Google Shape;57;p14"/>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8" name="Google Shape;58;p14"/>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9" name="Google Shape;59;p14"/>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0" name="Google Shape;60;p14"/>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1" name="Google Shape;61;p14"/>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2" name="Google Shape;62;p14"/>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3" name="Google Shape;63;p14"/>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4" name="Google Shape;64;p14"/>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5" name="Google Shape;65;p14"/>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 name="Google Shape;66;p14"/>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7" name="Google Shape;67;p14"/>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8" name="Google Shape;68;p14"/>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9" name="Google Shape;69;p14"/>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 name="Google Shape;70;p14"/>
          <p:cNvSpPr txBox="1"/>
          <p:nvPr>
            <p:ph type="title"/>
          </p:nvPr>
        </p:nvSpPr>
        <p:spPr>
          <a:xfrm>
            <a:off x="3154650" y="3235981"/>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71" name="Google Shape;71;p14"/>
          <p:cNvSpPr txBox="1"/>
          <p:nvPr>
            <p:ph idx="1" type="subTitle"/>
          </p:nvPr>
        </p:nvSpPr>
        <p:spPr>
          <a:xfrm>
            <a:off x="3154650" y="3875775"/>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3">
    <p:bg>
      <p:bgPr>
        <a:solidFill>
          <a:schemeClr val="accent5"/>
        </a:solidFill>
      </p:bgPr>
    </p:bg>
    <p:spTree>
      <p:nvGrpSpPr>
        <p:cNvPr id="72" name="Shape 72"/>
        <p:cNvGrpSpPr/>
        <p:nvPr/>
      </p:nvGrpSpPr>
      <p:grpSpPr>
        <a:xfrm>
          <a:off x="0" y="0"/>
          <a:ext cx="0" cy="0"/>
          <a:chOff x="0" y="0"/>
          <a:chExt cx="0" cy="0"/>
        </a:xfrm>
      </p:grpSpPr>
      <p:sp>
        <p:nvSpPr>
          <p:cNvPr id="73" name="Google Shape;73;p15"/>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4" name="Google Shape;74;p15"/>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5" name="Google Shape;75;p15"/>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6" name="Google Shape;76;p15"/>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7" name="Google Shape;77;p15"/>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8" name="Google Shape;78;p15"/>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9" name="Google Shape;79;p15"/>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0" name="Google Shape;80;p15"/>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1" name="Google Shape;81;p15"/>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2" name="Google Shape;82;p15"/>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3" name="Google Shape;83;p15"/>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4" name="Google Shape;84;p15"/>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5" name="Google Shape;85;p15"/>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6" name="Google Shape;86;p15"/>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7" name="Google Shape;87;p15"/>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8" name="Google Shape;88;p15"/>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9" name="Google Shape;89;p15"/>
          <p:cNvSpPr txBox="1"/>
          <p:nvPr>
            <p:ph idx="1" type="subTitle"/>
          </p:nvPr>
        </p:nvSpPr>
        <p:spPr>
          <a:xfrm>
            <a:off x="3154650" y="1107294"/>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5"/>
          <p:cNvSpPr/>
          <p:nvPr>
            <p:ph idx="2" type="pic"/>
          </p:nvPr>
        </p:nvSpPr>
        <p:spPr>
          <a:xfrm>
            <a:off x="3154650" y="3875225"/>
            <a:ext cx="618600" cy="808500"/>
          </a:xfrm>
          <a:prstGeom prst="snip2DiagRect">
            <a:avLst>
              <a:gd fmla="val 0" name="adj1"/>
              <a:gd fmla="val 34473" name="adj2"/>
            </a:avLst>
          </a:prstGeom>
          <a:noFill/>
          <a:ln>
            <a:noFill/>
          </a:ln>
        </p:spPr>
      </p:sp>
      <p:sp>
        <p:nvSpPr>
          <p:cNvPr id="91" name="Google Shape;91;p15"/>
          <p:cNvSpPr txBox="1"/>
          <p:nvPr>
            <p:ph idx="3" type="subTitle"/>
          </p:nvPr>
        </p:nvSpPr>
        <p:spPr>
          <a:xfrm>
            <a:off x="3859150" y="4072916"/>
            <a:ext cx="2621700" cy="1731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900"/>
              <a:buFont typeface="Red Hat Display"/>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sp>
        <p:nvSpPr>
          <p:cNvPr id="92" name="Google Shape;92;p15"/>
          <p:cNvSpPr txBox="1"/>
          <p:nvPr>
            <p:ph idx="4" type="subTitle"/>
          </p:nvPr>
        </p:nvSpPr>
        <p:spPr>
          <a:xfrm>
            <a:off x="38591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93" name="Google Shape;93;p15"/>
          <p:cNvSpPr txBox="1"/>
          <p:nvPr>
            <p:ph idx="5" type="subTitle"/>
          </p:nvPr>
        </p:nvSpPr>
        <p:spPr>
          <a:xfrm>
            <a:off x="505580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94" name="Google Shape;94;p15"/>
          <p:cNvSpPr txBox="1"/>
          <p:nvPr>
            <p:ph idx="6" type="subTitle"/>
          </p:nvPr>
        </p:nvSpPr>
        <p:spPr>
          <a:xfrm>
            <a:off x="62524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2">
    <p:spTree>
      <p:nvGrpSpPr>
        <p:cNvPr id="95" name="Shape 95"/>
        <p:cNvGrpSpPr/>
        <p:nvPr/>
      </p:nvGrpSpPr>
      <p:grpSpPr>
        <a:xfrm>
          <a:off x="0" y="0"/>
          <a:ext cx="0" cy="0"/>
          <a:chOff x="0" y="0"/>
          <a:chExt cx="0" cy="0"/>
        </a:xfrm>
      </p:grpSpPr>
      <p:sp>
        <p:nvSpPr>
          <p:cNvPr id="96" name="Google Shape;96;p16"/>
          <p:cNvSpPr/>
          <p:nvPr/>
        </p:nvSpPr>
        <p:spPr>
          <a:xfrm>
            <a:off x="7291578" y="4100578"/>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7" name="Google Shape;97;p16"/>
          <p:cNvSpPr/>
          <p:nvPr/>
        </p:nvSpPr>
        <p:spPr>
          <a:xfrm>
            <a:off x="8102077" y="4100581"/>
            <a:ext cx="6099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8" name="Google Shape;98;p16"/>
          <p:cNvSpPr/>
          <p:nvPr/>
        </p:nvSpPr>
        <p:spPr>
          <a:xfrm>
            <a:off x="8677575" y="4100576"/>
            <a:ext cx="4665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9" name="Google Shape;99;p16"/>
          <p:cNvSpPr/>
          <p:nvPr/>
        </p:nvSpPr>
        <p:spPr>
          <a:xfrm>
            <a:off x="5206068" y="0"/>
            <a:ext cx="12411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0" name="Google Shape;100;p16"/>
          <p:cNvSpPr/>
          <p:nvPr/>
        </p:nvSpPr>
        <p:spPr>
          <a:xfrm>
            <a:off x="6447262" y="0"/>
            <a:ext cx="8442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1" name="Google Shape;101;p16"/>
          <p:cNvSpPr/>
          <p:nvPr/>
        </p:nvSpPr>
        <p:spPr>
          <a:xfrm>
            <a:off x="8102075"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2" name="Google Shape;102;p16"/>
          <p:cNvSpPr/>
          <p:nvPr/>
        </p:nvSpPr>
        <p:spPr>
          <a:xfrm>
            <a:off x="8102075"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3" name="Google Shape;103;p16"/>
          <p:cNvSpPr/>
          <p:nvPr/>
        </p:nvSpPr>
        <p:spPr>
          <a:xfrm>
            <a:off x="7291578" y="3061484"/>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4" name="Google Shape;104;p16"/>
          <p:cNvSpPr/>
          <p:nvPr/>
        </p:nvSpPr>
        <p:spPr>
          <a:xfrm>
            <a:off x="5206074" y="1020431"/>
            <a:ext cx="12411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5" name="Google Shape;105;p16"/>
          <p:cNvSpPr/>
          <p:nvPr/>
        </p:nvSpPr>
        <p:spPr>
          <a:xfrm>
            <a:off x="4028275" y="0"/>
            <a:ext cx="11778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6" name="Google Shape;106;p16"/>
          <p:cNvSpPr/>
          <p:nvPr/>
        </p:nvSpPr>
        <p:spPr>
          <a:xfrm>
            <a:off x="4028281" y="1020428"/>
            <a:ext cx="11778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7" name="Google Shape;107;p16"/>
          <p:cNvSpPr/>
          <p:nvPr/>
        </p:nvSpPr>
        <p:spPr>
          <a:xfrm>
            <a:off x="5206074" y="2040861"/>
            <a:ext cx="12411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8" name="Google Shape;108;p16"/>
          <p:cNvSpPr/>
          <p:nvPr/>
        </p:nvSpPr>
        <p:spPr>
          <a:xfrm>
            <a:off x="8102075"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9" name="Google Shape;109;p16"/>
          <p:cNvSpPr/>
          <p:nvPr/>
        </p:nvSpPr>
        <p:spPr>
          <a:xfrm>
            <a:off x="7291574"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0" name="Google Shape;110;p16"/>
          <p:cNvSpPr/>
          <p:nvPr/>
        </p:nvSpPr>
        <p:spPr>
          <a:xfrm>
            <a:off x="8102080"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1" name="Google Shape;111;p16"/>
          <p:cNvSpPr/>
          <p:nvPr/>
        </p:nvSpPr>
        <p:spPr>
          <a:xfrm>
            <a:off x="7291574"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2" name="Google Shape;112;p16"/>
          <p:cNvSpPr/>
          <p:nvPr/>
        </p:nvSpPr>
        <p:spPr>
          <a:xfrm>
            <a:off x="7291574"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3" name="Google Shape;113;p16"/>
          <p:cNvSpPr/>
          <p:nvPr/>
        </p:nvSpPr>
        <p:spPr>
          <a:xfrm>
            <a:off x="6447262" y="1020429"/>
            <a:ext cx="8442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4" name="Google Shape;114;p16"/>
          <p:cNvSpPr/>
          <p:nvPr/>
        </p:nvSpPr>
        <p:spPr>
          <a:xfrm>
            <a:off x="6447262" y="2040858"/>
            <a:ext cx="8442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5" name="Google Shape;115;p16"/>
          <p:cNvSpPr/>
          <p:nvPr/>
        </p:nvSpPr>
        <p:spPr>
          <a:xfrm>
            <a:off x="6447275" y="3061486"/>
            <a:ext cx="8442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6" name="Google Shape;116;p16"/>
          <p:cNvSpPr/>
          <p:nvPr/>
        </p:nvSpPr>
        <p:spPr>
          <a:xfrm>
            <a:off x="8677575" y="0"/>
            <a:ext cx="4665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7" name="Google Shape;117;p16"/>
          <p:cNvSpPr/>
          <p:nvPr/>
        </p:nvSpPr>
        <p:spPr>
          <a:xfrm>
            <a:off x="8677575" y="2040869"/>
            <a:ext cx="4665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8" name="Google Shape;118;p16"/>
          <p:cNvSpPr/>
          <p:nvPr/>
        </p:nvSpPr>
        <p:spPr>
          <a:xfrm>
            <a:off x="8677575" y="1020428"/>
            <a:ext cx="4665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9" name="Google Shape;119;p16"/>
          <p:cNvSpPr/>
          <p:nvPr/>
        </p:nvSpPr>
        <p:spPr>
          <a:xfrm>
            <a:off x="8677577" y="3061472"/>
            <a:ext cx="4665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0" name="Google Shape;120;p16"/>
          <p:cNvSpPr txBox="1"/>
          <p:nvPr>
            <p:ph type="title"/>
          </p:nvPr>
        </p:nvSpPr>
        <p:spPr>
          <a:xfrm>
            <a:off x="259050" y="367084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BLANK_1">
    <p:bg>
      <p:bgPr>
        <a:solidFill>
          <a:schemeClr val="accent5"/>
        </a:solidFill>
      </p:bgPr>
    </p:bg>
    <p:spTree>
      <p:nvGrpSpPr>
        <p:cNvPr id="121" name="Shape 121"/>
        <p:cNvGrpSpPr/>
        <p:nvPr/>
      </p:nvGrpSpPr>
      <p:grpSpPr>
        <a:xfrm>
          <a:off x="0" y="0"/>
          <a:ext cx="0" cy="0"/>
          <a:chOff x="0" y="0"/>
          <a:chExt cx="0" cy="0"/>
        </a:xfrm>
      </p:grpSpPr>
      <p:grpSp>
        <p:nvGrpSpPr>
          <p:cNvPr id="122" name="Google Shape;122;p17"/>
          <p:cNvGrpSpPr/>
          <p:nvPr/>
        </p:nvGrpSpPr>
        <p:grpSpPr>
          <a:xfrm>
            <a:off x="4895291" y="1377627"/>
            <a:ext cx="4091726" cy="3670806"/>
            <a:chOff x="5223565" y="1672200"/>
            <a:chExt cx="3763198" cy="3376074"/>
          </a:xfrm>
        </p:grpSpPr>
        <p:sp>
          <p:nvSpPr>
            <p:cNvPr id="123" name="Google Shape;123;p17"/>
            <p:cNvSpPr/>
            <p:nvPr/>
          </p:nvSpPr>
          <p:spPr>
            <a:xfrm>
              <a:off x="8597363" y="4658874"/>
              <a:ext cx="389400" cy="389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4" name="Google Shape;124;p17"/>
            <p:cNvSpPr/>
            <p:nvPr/>
          </p:nvSpPr>
          <p:spPr>
            <a:xfrm>
              <a:off x="8221477" y="467476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5" name="Google Shape;125;p17"/>
            <p:cNvSpPr/>
            <p:nvPr/>
          </p:nvSpPr>
          <p:spPr>
            <a:xfrm>
              <a:off x="7827856" y="466875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6" name="Google Shape;126;p17"/>
            <p:cNvSpPr/>
            <p:nvPr/>
          </p:nvSpPr>
          <p:spPr>
            <a:xfrm>
              <a:off x="7434256" y="4656732"/>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7" name="Google Shape;127;p17"/>
            <p:cNvSpPr/>
            <p:nvPr/>
          </p:nvSpPr>
          <p:spPr>
            <a:xfrm>
              <a:off x="7061685" y="4674751"/>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8" name="Google Shape;128;p17"/>
            <p:cNvSpPr/>
            <p:nvPr/>
          </p:nvSpPr>
          <p:spPr>
            <a:xfrm>
              <a:off x="6674992" y="46837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9" name="Google Shape;129;p17"/>
            <p:cNvSpPr/>
            <p:nvPr/>
          </p:nvSpPr>
          <p:spPr>
            <a:xfrm>
              <a:off x="6302724" y="4703118"/>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0" name="Google Shape;130;p17"/>
            <p:cNvSpPr/>
            <p:nvPr/>
          </p:nvSpPr>
          <p:spPr>
            <a:xfrm>
              <a:off x="5931636" y="4719313"/>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1" name="Google Shape;131;p17"/>
            <p:cNvSpPr/>
            <p:nvPr/>
          </p:nvSpPr>
          <p:spPr>
            <a:xfrm>
              <a:off x="5574999" y="4754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2" name="Google Shape;132;p17"/>
            <p:cNvSpPr/>
            <p:nvPr/>
          </p:nvSpPr>
          <p:spPr>
            <a:xfrm>
              <a:off x="5223565" y="4792075"/>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3" name="Google Shape;133;p17"/>
            <p:cNvSpPr/>
            <p:nvPr/>
          </p:nvSpPr>
          <p:spPr>
            <a:xfrm>
              <a:off x="5233309" y="4405993"/>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4" name="Google Shape;134;p17"/>
            <p:cNvSpPr/>
            <p:nvPr/>
          </p:nvSpPr>
          <p:spPr>
            <a:xfrm>
              <a:off x="5255991" y="403107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5" name="Google Shape;135;p17"/>
            <p:cNvSpPr/>
            <p:nvPr/>
          </p:nvSpPr>
          <p:spPr>
            <a:xfrm>
              <a:off x="5577744" y="435924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6" name="Google Shape;136;p17"/>
            <p:cNvSpPr/>
            <p:nvPr/>
          </p:nvSpPr>
          <p:spPr>
            <a:xfrm>
              <a:off x="5597859" y="3989773"/>
              <a:ext cx="128400" cy="12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7" name="Google Shape;137;p17"/>
            <p:cNvSpPr/>
            <p:nvPr/>
          </p:nvSpPr>
          <p:spPr>
            <a:xfrm>
              <a:off x="5617892" y="3617917"/>
              <a:ext cx="88200" cy="8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8" name="Google Shape;138;p17"/>
            <p:cNvSpPr/>
            <p:nvPr/>
          </p:nvSpPr>
          <p:spPr>
            <a:xfrm>
              <a:off x="5640242" y="3256822"/>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9" name="Google Shape;139;p17"/>
            <p:cNvSpPr/>
            <p:nvPr/>
          </p:nvSpPr>
          <p:spPr>
            <a:xfrm>
              <a:off x="5947917" y="43376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0" name="Google Shape;140;p17"/>
            <p:cNvSpPr/>
            <p:nvPr/>
          </p:nvSpPr>
          <p:spPr>
            <a:xfrm>
              <a:off x="5947917" y="39489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1" name="Google Shape;141;p17"/>
            <p:cNvSpPr/>
            <p:nvPr/>
          </p:nvSpPr>
          <p:spPr>
            <a:xfrm>
              <a:off x="5971017" y="3583374"/>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2" name="Google Shape;142;p17"/>
            <p:cNvSpPr/>
            <p:nvPr/>
          </p:nvSpPr>
          <p:spPr>
            <a:xfrm>
              <a:off x="6000412" y="3213736"/>
              <a:ext cx="120600" cy="12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3" name="Google Shape;143;p17"/>
            <p:cNvSpPr/>
            <p:nvPr/>
          </p:nvSpPr>
          <p:spPr>
            <a:xfrm>
              <a:off x="6028158" y="284821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4" name="Google Shape;144;p17"/>
            <p:cNvSpPr/>
            <p:nvPr/>
          </p:nvSpPr>
          <p:spPr>
            <a:xfrm>
              <a:off x="6310165" y="4307974"/>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5" name="Google Shape;145;p17"/>
            <p:cNvSpPr/>
            <p:nvPr/>
          </p:nvSpPr>
          <p:spPr>
            <a:xfrm>
              <a:off x="6317617" y="3928525"/>
              <a:ext cx="251100" cy="251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6" name="Google Shape;146;p17"/>
            <p:cNvSpPr/>
            <p:nvPr/>
          </p:nvSpPr>
          <p:spPr>
            <a:xfrm>
              <a:off x="6338017" y="3557025"/>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7" name="Google Shape;147;p17"/>
            <p:cNvSpPr/>
            <p:nvPr/>
          </p:nvSpPr>
          <p:spPr>
            <a:xfrm>
              <a:off x="6353659" y="3174152"/>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8" name="Google Shape;148;p17"/>
            <p:cNvSpPr/>
            <p:nvPr/>
          </p:nvSpPr>
          <p:spPr>
            <a:xfrm>
              <a:off x="6378718" y="2811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9" name="Google Shape;149;p17"/>
            <p:cNvSpPr/>
            <p:nvPr/>
          </p:nvSpPr>
          <p:spPr>
            <a:xfrm>
              <a:off x="6742842" y="2786001"/>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0" name="Google Shape;150;p17"/>
            <p:cNvSpPr/>
            <p:nvPr/>
          </p:nvSpPr>
          <p:spPr>
            <a:xfrm>
              <a:off x="6416508" y="246086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1" name="Google Shape;151;p17"/>
            <p:cNvSpPr/>
            <p:nvPr/>
          </p:nvSpPr>
          <p:spPr>
            <a:xfrm>
              <a:off x="6767893" y="2423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2" name="Google Shape;152;p17"/>
            <p:cNvSpPr/>
            <p:nvPr/>
          </p:nvSpPr>
          <p:spPr>
            <a:xfrm>
              <a:off x="6818658" y="2063849"/>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3" name="Google Shape;153;p17"/>
            <p:cNvSpPr/>
            <p:nvPr/>
          </p:nvSpPr>
          <p:spPr>
            <a:xfrm>
              <a:off x="6725510" y="316172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4" name="Google Shape;154;p17"/>
            <p:cNvSpPr/>
            <p:nvPr/>
          </p:nvSpPr>
          <p:spPr>
            <a:xfrm>
              <a:off x="6703814" y="353649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5" name="Google Shape;155;p17"/>
            <p:cNvSpPr/>
            <p:nvPr/>
          </p:nvSpPr>
          <p:spPr>
            <a:xfrm>
              <a:off x="6693510" y="391833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6" name="Google Shape;156;p17"/>
            <p:cNvSpPr/>
            <p:nvPr/>
          </p:nvSpPr>
          <p:spPr>
            <a:xfrm>
              <a:off x="6683243" y="4298575"/>
              <a:ext cx="302100" cy="30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7" name="Google Shape;157;p17"/>
            <p:cNvSpPr/>
            <p:nvPr/>
          </p:nvSpPr>
          <p:spPr>
            <a:xfrm>
              <a:off x="7061692" y="4285375"/>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8" name="Google Shape;158;p17"/>
            <p:cNvSpPr/>
            <p:nvPr/>
          </p:nvSpPr>
          <p:spPr>
            <a:xfrm>
              <a:off x="7070692" y="3905000"/>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9" name="Google Shape;159;p17"/>
            <p:cNvSpPr/>
            <p:nvPr/>
          </p:nvSpPr>
          <p:spPr>
            <a:xfrm>
              <a:off x="7085092" y="352870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0" name="Google Shape;160;p17"/>
            <p:cNvSpPr/>
            <p:nvPr/>
          </p:nvSpPr>
          <p:spPr>
            <a:xfrm>
              <a:off x="7103018" y="3150325"/>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1" name="Google Shape;161;p17"/>
            <p:cNvSpPr/>
            <p:nvPr/>
          </p:nvSpPr>
          <p:spPr>
            <a:xfrm>
              <a:off x="7124313" y="27793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2" name="Google Shape;162;p17"/>
            <p:cNvSpPr/>
            <p:nvPr/>
          </p:nvSpPr>
          <p:spPr>
            <a:xfrm>
              <a:off x="7146044" y="2409955"/>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3" name="Google Shape;163;p17"/>
            <p:cNvSpPr/>
            <p:nvPr/>
          </p:nvSpPr>
          <p:spPr>
            <a:xfrm>
              <a:off x="7186793" y="2052175"/>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4" name="Google Shape;164;p17"/>
            <p:cNvSpPr/>
            <p:nvPr/>
          </p:nvSpPr>
          <p:spPr>
            <a:xfrm>
              <a:off x="7976817"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5" name="Google Shape;165;p17"/>
            <p:cNvSpPr/>
            <p:nvPr/>
          </p:nvSpPr>
          <p:spPr>
            <a:xfrm>
              <a:off x="8371192"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6" name="Google Shape;166;p17"/>
            <p:cNvSpPr/>
            <p:nvPr/>
          </p:nvSpPr>
          <p:spPr>
            <a:xfrm>
              <a:off x="8764889"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7" name="Google Shape;167;p17"/>
            <p:cNvSpPr/>
            <p:nvPr/>
          </p:nvSpPr>
          <p:spPr>
            <a:xfrm>
              <a:off x="7441492" y="427460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8" name="Google Shape;168;p17"/>
            <p:cNvSpPr/>
            <p:nvPr/>
          </p:nvSpPr>
          <p:spPr>
            <a:xfrm>
              <a:off x="7452292" y="3896000"/>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9" name="Google Shape;169;p17"/>
            <p:cNvSpPr/>
            <p:nvPr/>
          </p:nvSpPr>
          <p:spPr>
            <a:xfrm>
              <a:off x="7470292" y="351017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0" name="Google Shape;170;p17"/>
            <p:cNvSpPr/>
            <p:nvPr/>
          </p:nvSpPr>
          <p:spPr>
            <a:xfrm>
              <a:off x="7484692" y="3137725"/>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1" name="Google Shape;171;p17"/>
            <p:cNvSpPr/>
            <p:nvPr/>
          </p:nvSpPr>
          <p:spPr>
            <a:xfrm>
              <a:off x="7497293" y="2761300"/>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2" name="Google Shape;172;p17"/>
            <p:cNvSpPr/>
            <p:nvPr/>
          </p:nvSpPr>
          <p:spPr>
            <a:xfrm>
              <a:off x="7515288" y="23867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3" name="Google Shape;173;p17"/>
            <p:cNvSpPr/>
            <p:nvPr/>
          </p:nvSpPr>
          <p:spPr>
            <a:xfrm>
              <a:off x="7564468" y="2035826"/>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4" name="Google Shape;174;p17"/>
            <p:cNvSpPr/>
            <p:nvPr/>
          </p:nvSpPr>
          <p:spPr>
            <a:xfrm>
              <a:off x="7828801" y="427251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5" name="Google Shape;175;p17"/>
            <p:cNvSpPr/>
            <p:nvPr/>
          </p:nvSpPr>
          <p:spPr>
            <a:xfrm>
              <a:off x="7835067"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6" name="Google Shape;176;p17"/>
            <p:cNvSpPr/>
            <p:nvPr/>
          </p:nvSpPr>
          <p:spPr>
            <a:xfrm>
              <a:off x="7850970" y="3509478"/>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7" name="Google Shape;177;p17"/>
            <p:cNvSpPr/>
            <p:nvPr/>
          </p:nvSpPr>
          <p:spPr>
            <a:xfrm>
              <a:off x="78599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8" name="Google Shape;178;p17"/>
            <p:cNvSpPr/>
            <p:nvPr/>
          </p:nvSpPr>
          <p:spPr>
            <a:xfrm>
              <a:off x="7886401" y="2761299"/>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9" name="Google Shape;179;p17"/>
            <p:cNvSpPr/>
            <p:nvPr/>
          </p:nvSpPr>
          <p:spPr>
            <a:xfrm>
              <a:off x="7904067" y="2376550"/>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0" name="Google Shape;180;p17"/>
            <p:cNvSpPr/>
            <p:nvPr/>
          </p:nvSpPr>
          <p:spPr>
            <a:xfrm>
              <a:off x="7944867" y="2030125"/>
              <a:ext cx="152100" cy="15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1" name="Google Shape;181;p17"/>
            <p:cNvSpPr/>
            <p:nvPr/>
          </p:nvSpPr>
          <p:spPr>
            <a:xfrm>
              <a:off x="8330538" y="2030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2" name="Google Shape;182;p17"/>
            <p:cNvSpPr/>
            <p:nvPr/>
          </p:nvSpPr>
          <p:spPr>
            <a:xfrm>
              <a:off x="8717639" y="2025398"/>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3" name="Google Shape;183;p17"/>
            <p:cNvSpPr/>
            <p:nvPr/>
          </p:nvSpPr>
          <p:spPr>
            <a:xfrm>
              <a:off x="8298197"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4" name="Google Shape;184;p17"/>
            <p:cNvSpPr/>
            <p:nvPr/>
          </p:nvSpPr>
          <p:spPr>
            <a:xfrm>
              <a:off x="8691644"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5" name="Google Shape;185;p17"/>
            <p:cNvSpPr/>
            <p:nvPr/>
          </p:nvSpPr>
          <p:spPr>
            <a:xfrm>
              <a:off x="827387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6" name="Google Shape;186;p17"/>
            <p:cNvSpPr/>
            <p:nvPr/>
          </p:nvSpPr>
          <p:spPr>
            <a:xfrm>
              <a:off x="866248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7" name="Google Shape;187;p17"/>
            <p:cNvSpPr/>
            <p:nvPr/>
          </p:nvSpPr>
          <p:spPr>
            <a:xfrm>
              <a:off x="82484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8" name="Google Shape;188;p17"/>
            <p:cNvSpPr/>
            <p:nvPr/>
          </p:nvSpPr>
          <p:spPr>
            <a:xfrm>
              <a:off x="8649389"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9" name="Google Shape;189;p17"/>
            <p:cNvSpPr/>
            <p:nvPr/>
          </p:nvSpPr>
          <p:spPr>
            <a:xfrm>
              <a:off x="8228667"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0" name="Google Shape;190;p17"/>
            <p:cNvSpPr/>
            <p:nvPr/>
          </p:nvSpPr>
          <p:spPr>
            <a:xfrm>
              <a:off x="8620488"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1" name="Google Shape;191;p17"/>
            <p:cNvSpPr/>
            <p:nvPr/>
          </p:nvSpPr>
          <p:spPr>
            <a:xfrm>
              <a:off x="822520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2" name="Google Shape;192;p17"/>
            <p:cNvSpPr/>
            <p:nvPr/>
          </p:nvSpPr>
          <p:spPr>
            <a:xfrm>
              <a:off x="861639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3" name="Google Shape;193;p17"/>
            <p:cNvSpPr/>
            <p:nvPr/>
          </p:nvSpPr>
          <p:spPr>
            <a:xfrm>
              <a:off x="8217728"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4" name="Google Shape;194;p17"/>
            <p:cNvSpPr/>
            <p:nvPr/>
          </p:nvSpPr>
          <p:spPr>
            <a:xfrm>
              <a:off x="8605974"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grpSp>
        <p:nvGrpSpPr>
          <p:cNvPr id="195" name="Google Shape;195;p17"/>
          <p:cNvGrpSpPr/>
          <p:nvPr/>
        </p:nvGrpSpPr>
        <p:grpSpPr>
          <a:xfrm>
            <a:off x="142078" y="79823"/>
            <a:ext cx="2140834" cy="1767927"/>
            <a:chOff x="142083" y="79814"/>
            <a:chExt cx="1831025" cy="1512212"/>
          </a:xfrm>
        </p:grpSpPr>
        <p:sp>
          <p:nvSpPr>
            <p:cNvPr id="196" name="Google Shape;196;p17"/>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7" name="Google Shape;197;p17"/>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8" name="Google Shape;198;p17"/>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9" name="Google Shape;199;p17"/>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0" name="Google Shape;200;p17"/>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1" name="Google Shape;201;p17"/>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2" name="Google Shape;202;p17"/>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3" name="Google Shape;203;p17"/>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4" name="Google Shape;204;p17"/>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5" name="Google Shape;205;p17"/>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6" name="Google Shape;206;p17"/>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7" name="Google Shape;207;p17"/>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8" name="Google Shape;208;p17"/>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9" name="Google Shape;209;p17"/>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0" name="Google Shape;210;p17"/>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1" name="Google Shape;211;p17"/>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2" name="Google Shape;212;p17"/>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3" name="Google Shape;213;p17"/>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4" name="Google Shape;214;p17"/>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5" name="Google Shape;215;p17"/>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6" name="Google Shape;216;p17"/>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7" name="Google Shape;217;p17"/>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8" name="Google Shape;218;p17"/>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9" name="Google Shape;219;p17"/>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sp>
        <p:nvSpPr>
          <p:cNvPr id="220" name="Google Shape;220;p17"/>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221" name="Google Shape;221;p17"/>
          <p:cNvSpPr txBox="1"/>
          <p:nvPr>
            <p:ph idx="1" type="subTitle"/>
          </p:nvPr>
        </p:nvSpPr>
        <p:spPr>
          <a:xfrm>
            <a:off x="228600" y="2800192"/>
            <a:ext cx="49167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spTree>
      <p:nvGrpSpPr>
        <p:cNvPr id="222" name="Shape 222"/>
        <p:cNvGrpSpPr/>
        <p:nvPr/>
      </p:nvGrpSpPr>
      <p:grpSpPr>
        <a:xfrm>
          <a:off x="0" y="0"/>
          <a:ext cx="0" cy="0"/>
          <a:chOff x="0" y="0"/>
          <a:chExt cx="0" cy="0"/>
        </a:xfrm>
      </p:grpSpPr>
      <p:sp>
        <p:nvSpPr>
          <p:cNvPr id="223" name="Google Shape;223;p18"/>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24" name="Google Shape;224;p18"/>
          <p:cNvSpPr/>
          <p:nvPr>
            <p:ph idx="2" type="pic"/>
          </p:nvPr>
        </p:nvSpPr>
        <p:spPr>
          <a:xfrm>
            <a:off x="228425" y="1804150"/>
            <a:ext cx="1444500" cy="1451400"/>
          </a:xfrm>
          <a:prstGeom prst="rect">
            <a:avLst/>
          </a:prstGeom>
          <a:noFill/>
          <a:ln>
            <a:noFill/>
          </a:ln>
        </p:spPr>
      </p:sp>
      <p:sp>
        <p:nvSpPr>
          <p:cNvPr id="225" name="Google Shape;225;p18"/>
          <p:cNvSpPr/>
          <p:nvPr>
            <p:ph idx="3" type="pic"/>
          </p:nvPr>
        </p:nvSpPr>
        <p:spPr>
          <a:xfrm>
            <a:off x="2036775" y="1804150"/>
            <a:ext cx="1444500" cy="1451400"/>
          </a:xfrm>
          <a:prstGeom prst="rect">
            <a:avLst/>
          </a:prstGeom>
          <a:noFill/>
          <a:ln>
            <a:noFill/>
          </a:ln>
        </p:spPr>
      </p:sp>
      <p:sp>
        <p:nvSpPr>
          <p:cNvPr id="226" name="Google Shape;226;p18"/>
          <p:cNvSpPr/>
          <p:nvPr>
            <p:ph idx="4" type="pic"/>
          </p:nvPr>
        </p:nvSpPr>
        <p:spPr>
          <a:xfrm>
            <a:off x="3844088" y="1804150"/>
            <a:ext cx="1444500" cy="1451400"/>
          </a:xfrm>
          <a:prstGeom prst="rect">
            <a:avLst/>
          </a:prstGeom>
          <a:noFill/>
          <a:ln>
            <a:noFill/>
          </a:ln>
        </p:spPr>
      </p:sp>
      <p:sp>
        <p:nvSpPr>
          <p:cNvPr id="227" name="Google Shape;227;p18"/>
          <p:cNvSpPr/>
          <p:nvPr>
            <p:ph idx="5" type="pic"/>
          </p:nvPr>
        </p:nvSpPr>
        <p:spPr>
          <a:xfrm>
            <a:off x="5655513" y="1804150"/>
            <a:ext cx="1444500" cy="1451400"/>
          </a:xfrm>
          <a:prstGeom prst="rect">
            <a:avLst/>
          </a:prstGeom>
          <a:noFill/>
          <a:ln>
            <a:noFill/>
          </a:ln>
        </p:spPr>
      </p:sp>
      <p:sp>
        <p:nvSpPr>
          <p:cNvPr id="228" name="Google Shape;228;p18"/>
          <p:cNvSpPr/>
          <p:nvPr>
            <p:ph idx="6" type="pic"/>
          </p:nvPr>
        </p:nvSpPr>
        <p:spPr>
          <a:xfrm>
            <a:off x="7470863" y="1804150"/>
            <a:ext cx="1444500" cy="1451400"/>
          </a:xfrm>
          <a:prstGeom prst="rect">
            <a:avLst/>
          </a:prstGeom>
          <a:noFill/>
          <a:ln>
            <a:noFill/>
          </a:ln>
        </p:spPr>
      </p:sp>
      <p:sp>
        <p:nvSpPr>
          <p:cNvPr id="229" name="Google Shape;229;p18"/>
          <p:cNvSpPr txBox="1"/>
          <p:nvPr>
            <p:ph idx="1" type="subTitle"/>
          </p:nvPr>
        </p:nvSpPr>
        <p:spPr>
          <a:xfrm>
            <a:off x="32670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0" name="Google Shape;230;p18"/>
          <p:cNvSpPr txBox="1"/>
          <p:nvPr>
            <p:ph idx="7" type="subTitle"/>
          </p:nvPr>
        </p:nvSpPr>
        <p:spPr>
          <a:xfrm>
            <a:off x="32670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1" name="Google Shape;231;p18"/>
          <p:cNvSpPr txBox="1"/>
          <p:nvPr>
            <p:ph idx="8" type="subTitle"/>
          </p:nvPr>
        </p:nvSpPr>
        <p:spPr>
          <a:xfrm>
            <a:off x="2131863"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32" name="Google Shape;232;p18"/>
          <p:cNvSpPr txBox="1"/>
          <p:nvPr>
            <p:ph idx="9" type="subTitle"/>
          </p:nvPr>
        </p:nvSpPr>
        <p:spPr>
          <a:xfrm>
            <a:off x="2131863"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3" name="Google Shape;233;p18"/>
          <p:cNvSpPr txBox="1"/>
          <p:nvPr>
            <p:ph idx="13" type="subTitle"/>
          </p:nvPr>
        </p:nvSpPr>
        <p:spPr>
          <a:xfrm>
            <a:off x="394585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4" name="Google Shape;234;p18"/>
          <p:cNvSpPr txBox="1"/>
          <p:nvPr>
            <p:ph idx="14" type="subTitle"/>
          </p:nvPr>
        </p:nvSpPr>
        <p:spPr>
          <a:xfrm>
            <a:off x="394585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5" name="Google Shape;235;p18"/>
          <p:cNvSpPr txBox="1"/>
          <p:nvPr>
            <p:ph idx="15" type="subTitle"/>
          </p:nvPr>
        </p:nvSpPr>
        <p:spPr>
          <a:xfrm>
            <a:off x="575346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6" name="Google Shape;236;p18"/>
          <p:cNvSpPr txBox="1"/>
          <p:nvPr>
            <p:ph idx="16" type="subTitle"/>
          </p:nvPr>
        </p:nvSpPr>
        <p:spPr>
          <a:xfrm>
            <a:off x="575346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7" name="Google Shape;237;p18"/>
          <p:cNvSpPr txBox="1"/>
          <p:nvPr>
            <p:ph idx="17" type="subTitle"/>
          </p:nvPr>
        </p:nvSpPr>
        <p:spPr>
          <a:xfrm>
            <a:off x="756971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8" name="Google Shape;238;p18"/>
          <p:cNvSpPr txBox="1"/>
          <p:nvPr>
            <p:ph idx="18" type="subTitle"/>
          </p:nvPr>
        </p:nvSpPr>
        <p:spPr>
          <a:xfrm>
            <a:off x="756971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spTree>
      <p:nvGrpSpPr>
        <p:cNvPr id="239" name="Shape 239"/>
        <p:cNvGrpSpPr/>
        <p:nvPr/>
      </p:nvGrpSpPr>
      <p:grpSpPr>
        <a:xfrm>
          <a:off x="0" y="0"/>
          <a:ext cx="0" cy="0"/>
          <a:chOff x="0" y="0"/>
          <a:chExt cx="0" cy="0"/>
        </a:xfrm>
      </p:grpSpPr>
      <p:sp>
        <p:nvSpPr>
          <p:cNvPr id="240" name="Google Shape;240;p19"/>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41" name="Google Shape;241;p19"/>
          <p:cNvSpPr/>
          <p:nvPr/>
        </p:nvSpPr>
        <p:spPr>
          <a:xfrm>
            <a:off x="4898537"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2" name="Google Shape;242;p19"/>
          <p:cNvSpPr/>
          <p:nvPr/>
        </p:nvSpPr>
        <p:spPr>
          <a:xfrm>
            <a:off x="5962868" y="6100"/>
            <a:ext cx="2115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3" name="Google Shape;243;p19"/>
          <p:cNvSpPr/>
          <p:nvPr/>
        </p:nvSpPr>
        <p:spPr>
          <a:xfrm>
            <a:off x="8077928"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4" name="Google Shape;244;p19"/>
          <p:cNvSpPr/>
          <p:nvPr/>
        </p:nvSpPr>
        <p:spPr>
          <a:xfrm>
            <a:off x="3063300" y="6100"/>
            <a:ext cx="18354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5" name="Google Shape;245;p19"/>
          <p:cNvSpPr/>
          <p:nvPr>
            <p:ph idx="2" type="pic"/>
          </p:nvPr>
        </p:nvSpPr>
        <p:spPr>
          <a:xfrm>
            <a:off x="228425" y="1992125"/>
            <a:ext cx="1444500" cy="1451400"/>
          </a:xfrm>
          <a:prstGeom prst="rect">
            <a:avLst/>
          </a:prstGeom>
          <a:noFill/>
          <a:ln>
            <a:noFill/>
          </a:ln>
        </p:spPr>
      </p:sp>
      <p:sp>
        <p:nvSpPr>
          <p:cNvPr id="246" name="Google Shape;246;p19"/>
          <p:cNvSpPr/>
          <p:nvPr>
            <p:ph idx="3" type="pic"/>
          </p:nvPr>
        </p:nvSpPr>
        <p:spPr>
          <a:xfrm>
            <a:off x="2039088" y="1992125"/>
            <a:ext cx="1444500" cy="1451400"/>
          </a:xfrm>
          <a:prstGeom prst="rect">
            <a:avLst/>
          </a:prstGeom>
          <a:noFill/>
          <a:ln>
            <a:noFill/>
          </a:ln>
        </p:spPr>
      </p:sp>
      <p:sp>
        <p:nvSpPr>
          <p:cNvPr id="247" name="Google Shape;247;p19"/>
          <p:cNvSpPr/>
          <p:nvPr>
            <p:ph idx="4" type="pic"/>
          </p:nvPr>
        </p:nvSpPr>
        <p:spPr>
          <a:xfrm>
            <a:off x="3849663" y="1992125"/>
            <a:ext cx="1444500" cy="1451400"/>
          </a:xfrm>
          <a:prstGeom prst="rect">
            <a:avLst/>
          </a:prstGeom>
          <a:noFill/>
          <a:ln>
            <a:noFill/>
          </a:ln>
        </p:spPr>
      </p:sp>
      <p:sp>
        <p:nvSpPr>
          <p:cNvPr id="248" name="Google Shape;248;p19"/>
          <p:cNvSpPr/>
          <p:nvPr>
            <p:ph idx="5" type="pic"/>
          </p:nvPr>
        </p:nvSpPr>
        <p:spPr>
          <a:xfrm>
            <a:off x="5660238" y="1992125"/>
            <a:ext cx="1444500" cy="1451400"/>
          </a:xfrm>
          <a:prstGeom prst="rect">
            <a:avLst/>
          </a:prstGeom>
          <a:noFill/>
          <a:ln>
            <a:noFill/>
          </a:ln>
        </p:spPr>
      </p:sp>
      <p:sp>
        <p:nvSpPr>
          <p:cNvPr id="249" name="Google Shape;249;p19"/>
          <p:cNvSpPr/>
          <p:nvPr>
            <p:ph idx="6" type="pic"/>
          </p:nvPr>
        </p:nvSpPr>
        <p:spPr>
          <a:xfrm>
            <a:off x="7470738" y="1992125"/>
            <a:ext cx="1444500" cy="1451400"/>
          </a:xfrm>
          <a:prstGeom prst="rect">
            <a:avLst/>
          </a:prstGeom>
          <a:noFill/>
          <a:ln>
            <a:noFill/>
          </a:ln>
        </p:spPr>
      </p:sp>
      <p:sp>
        <p:nvSpPr>
          <p:cNvPr id="250" name="Google Shape;250;p19"/>
          <p:cNvSpPr txBox="1"/>
          <p:nvPr>
            <p:ph idx="1" type="subTitle"/>
          </p:nvPr>
        </p:nvSpPr>
        <p:spPr>
          <a:xfrm>
            <a:off x="326700"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1" name="Google Shape;251;p19"/>
          <p:cNvSpPr txBox="1"/>
          <p:nvPr>
            <p:ph idx="7" type="subTitle"/>
          </p:nvPr>
        </p:nvSpPr>
        <p:spPr>
          <a:xfrm>
            <a:off x="326700"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2" name="Google Shape;252;p19"/>
          <p:cNvSpPr txBox="1"/>
          <p:nvPr>
            <p:ph idx="8" type="subTitle"/>
          </p:nvPr>
        </p:nvSpPr>
        <p:spPr>
          <a:xfrm>
            <a:off x="21251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53" name="Google Shape;253;p19"/>
          <p:cNvSpPr txBox="1"/>
          <p:nvPr>
            <p:ph idx="9" type="subTitle"/>
          </p:nvPr>
        </p:nvSpPr>
        <p:spPr>
          <a:xfrm>
            <a:off x="21251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4" name="Google Shape;254;p19"/>
          <p:cNvSpPr txBox="1"/>
          <p:nvPr>
            <p:ph idx="13" type="subTitle"/>
          </p:nvPr>
        </p:nvSpPr>
        <p:spPr>
          <a:xfrm>
            <a:off x="39356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5" name="Google Shape;255;p19"/>
          <p:cNvSpPr txBox="1"/>
          <p:nvPr>
            <p:ph idx="14" type="subTitle"/>
          </p:nvPr>
        </p:nvSpPr>
        <p:spPr>
          <a:xfrm>
            <a:off x="39356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6" name="Google Shape;256;p19"/>
          <p:cNvSpPr txBox="1"/>
          <p:nvPr>
            <p:ph idx="15" type="subTitle"/>
          </p:nvPr>
        </p:nvSpPr>
        <p:spPr>
          <a:xfrm>
            <a:off x="5746188"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7" name="Google Shape;257;p19"/>
          <p:cNvSpPr txBox="1"/>
          <p:nvPr>
            <p:ph idx="16" type="subTitle"/>
          </p:nvPr>
        </p:nvSpPr>
        <p:spPr>
          <a:xfrm>
            <a:off x="5746188"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8" name="Google Shape;258;p19"/>
          <p:cNvSpPr txBox="1"/>
          <p:nvPr>
            <p:ph idx="17" type="subTitle"/>
          </p:nvPr>
        </p:nvSpPr>
        <p:spPr>
          <a:xfrm>
            <a:off x="755671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9" name="Google Shape;259;p19"/>
          <p:cNvSpPr txBox="1"/>
          <p:nvPr>
            <p:ph idx="18" type="subTitle"/>
          </p:nvPr>
        </p:nvSpPr>
        <p:spPr>
          <a:xfrm>
            <a:off x="755671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60" name="Google Shape;260;p19"/>
          <p:cNvSpPr txBox="1"/>
          <p:nvPr>
            <p:ph idx="19" type="body"/>
          </p:nvPr>
        </p:nvSpPr>
        <p:spPr>
          <a:xfrm>
            <a:off x="2286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1" name="Google Shape;261;p19"/>
          <p:cNvSpPr txBox="1"/>
          <p:nvPr>
            <p:ph idx="20" type="body"/>
          </p:nvPr>
        </p:nvSpPr>
        <p:spPr>
          <a:xfrm>
            <a:off x="203910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2" name="Google Shape;262;p19"/>
          <p:cNvSpPr txBox="1"/>
          <p:nvPr>
            <p:ph idx="21" type="body"/>
          </p:nvPr>
        </p:nvSpPr>
        <p:spPr>
          <a:xfrm>
            <a:off x="3849525" y="3618600"/>
            <a:ext cx="1444500" cy="1065000"/>
          </a:xfrm>
          <a:prstGeom prst="rect">
            <a:avLst/>
          </a:prstGeom>
        </p:spPr>
        <p:txBody>
          <a:bodyPr anchorCtr="0" anchor="t" bIns="91425" lIns="0" spcFirstLastPara="1" rIns="91425" wrap="square" tIns="0">
            <a:sp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263" name="Google Shape;263;p19"/>
          <p:cNvSpPr txBox="1"/>
          <p:nvPr>
            <p:ph idx="22" type="body"/>
          </p:nvPr>
        </p:nvSpPr>
        <p:spPr>
          <a:xfrm>
            <a:off x="565995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4" name="Google Shape;264;p19"/>
          <p:cNvSpPr txBox="1"/>
          <p:nvPr>
            <p:ph idx="23" type="body"/>
          </p:nvPr>
        </p:nvSpPr>
        <p:spPr>
          <a:xfrm>
            <a:off x="74703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265" name="Shape 265"/>
        <p:cNvGrpSpPr/>
        <p:nvPr/>
      </p:nvGrpSpPr>
      <p:grpSpPr>
        <a:xfrm>
          <a:off x="0" y="0"/>
          <a:ext cx="0" cy="0"/>
          <a:chOff x="0" y="0"/>
          <a:chExt cx="0" cy="0"/>
        </a:xfrm>
      </p:grpSpPr>
      <p:sp>
        <p:nvSpPr>
          <p:cNvPr id="266" name="Google Shape;266;p20"/>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locks">
  <p:cSld name="BLANK_1_1_1_1_3">
    <p:spTree>
      <p:nvGrpSpPr>
        <p:cNvPr id="267" name="Shape 267"/>
        <p:cNvGrpSpPr/>
        <p:nvPr/>
      </p:nvGrpSpPr>
      <p:grpSpPr>
        <a:xfrm>
          <a:off x="0" y="0"/>
          <a:ext cx="0" cy="0"/>
          <a:chOff x="0" y="0"/>
          <a:chExt cx="0" cy="0"/>
        </a:xfrm>
      </p:grpSpPr>
      <p:sp>
        <p:nvSpPr>
          <p:cNvPr id="268" name="Google Shape;268;p21"/>
          <p:cNvSpPr txBox="1"/>
          <p:nvPr>
            <p:ph idx="1" type="subTitle"/>
          </p:nvPr>
        </p:nvSpPr>
        <p:spPr>
          <a:xfrm>
            <a:off x="424600"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69" name="Google Shape;269;p21"/>
          <p:cNvSpPr txBox="1"/>
          <p:nvPr>
            <p:ph idx="2" type="body"/>
          </p:nvPr>
        </p:nvSpPr>
        <p:spPr>
          <a:xfrm>
            <a:off x="424600"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0" name="Google Shape;270;p21"/>
          <p:cNvSpPr txBox="1"/>
          <p:nvPr>
            <p:ph idx="3" type="subTitle"/>
          </p:nvPr>
        </p:nvSpPr>
        <p:spPr>
          <a:xfrm>
            <a:off x="3329688"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1" name="Google Shape;271;p21"/>
          <p:cNvSpPr txBox="1"/>
          <p:nvPr>
            <p:ph idx="4" type="body"/>
          </p:nvPr>
        </p:nvSpPr>
        <p:spPr>
          <a:xfrm>
            <a:off x="3329688"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2" name="Google Shape;272;p21"/>
          <p:cNvSpPr txBox="1"/>
          <p:nvPr>
            <p:ph idx="5" type="subTitle"/>
          </p:nvPr>
        </p:nvSpPr>
        <p:spPr>
          <a:xfrm>
            <a:off x="6237091"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3" name="Google Shape;273;p21"/>
          <p:cNvSpPr txBox="1"/>
          <p:nvPr>
            <p:ph idx="6" type="body"/>
          </p:nvPr>
        </p:nvSpPr>
        <p:spPr>
          <a:xfrm>
            <a:off x="6237091"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4" name="Google Shape;274;p21"/>
          <p:cNvSpPr txBox="1"/>
          <p:nvPr>
            <p:ph type="title"/>
          </p:nvPr>
        </p:nvSpPr>
        <p:spPr>
          <a:xfrm>
            <a:off x="228600" y="420025"/>
            <a:ext cx="48177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75" name="Google Shape;275;p21"/>
          <p:cNvSpPr txBox="1"/>
          <p:nvPr>
            <p:ph idx="7" type="subTitle"/>
          </p:nvPr>
        </p:nvSpPr>
        <p:spPr>
          <a:xfrm>
            <a:off x="424600"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6" name="Google Shape;276;p21"/>
          <p:cNvSpPr txBox="1"/>
          <p:nvPr>
            <p:ph idx="8" type="body"/>
          </p:nvPr>
        </p:nvSpPr>
        <p:spPr>
          <a:xfrm>
            <a:off x="424600"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7" name="Google Shape;277;p21"/>
          <p:cNvSpPr txBox="1"/>
          <p:nvPr>
            <p:ph idx="9" type="subTitle"/>
          </p:nvPr>
        </p:nvSpPr>
        <p:spPr>
          <a:xfrm>
            <a:off x="4815675"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8" name="Google Shape;278;p21"/>
          <p:cNvSpPr txBox="1"/>
          <p:nvPr>
            <p:ph idx="13" type="body"/>
          </p:nvPr>
        </p:nvSpPr>
        <p:spPr>
          <a:xfrm>
            <a:off x="4815675"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p:cSld name="BLANK_1_1_1_1_2">
    <p:spTree>
      <p:nvGrpSpPr>
        <p:cNvPr id="279" name="Shape 279"/>
        <p:cNvGrpSpPr/>
        <p:nvPr/>
      </p:nvGrpSpPr>
      <p:grpSpPr>
        <a:xfrm>
          <a:off x="0" y="0"/>
          <a:ext cx="0" cy="0"/>
          <a:chOff x="0" y="0"/>
          <a:chExt cx="0" cy="0"/>
        </a:xfrm>
      </p:grpSpPr>
      <p:sp>
        <p:nvSpPr>
          <p:cNvPr id="280" name="Google Shape;280;p22"/>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81" name="Google Shape;281;p22"/>
          <p:cNvSpPr/>
          <p:nvPr>
            <p:ph idx="2" type="pic"/>
          </p:nvPr>
        </p:nvSpPr>
        <p:spPr>
          <a:xfrm>
            <a:off x="1446025" y="1291825"/>
            <a:ext cx="1232400" cy="1283100"/>
          </a:xfrm>
          <a:prstGeom prst="snip1Rect">
            <a:avLst>
              <a:gd fmla="val 44296" name="adj"/>
            </a:avLst>
          </a:prstGeom>
          <a:noFill/>
          <a:ln>
            <a:noFill/>
          </a:ln>
        </p:spPr>
      </p:sp>
      <p:sp>
        <p:nvSpPr>
          <p:cNvPr id="282" name="Google Shape;282;p22"/>
          <p:cNvSpPr/>
          <p:nvPr>
            <p:ph idx="3" type="pic"/>
          </p:nvPr>
        </p:nvSpPr>
        <p:spPr>
          <a:xfrm>
            <a:off x="6526650" y="1291825"/>
            <a:ext cx="1232400" cy="1283100"/>
          </a:xfrm>
          <a:prstGeom prst="snip1Rect">
            <a:avLst>
              <a:gd fmla="val 44296" name="adj"/>
            </a:avLst>
          </a:prstGeom>
          <a:noFill/>
          <a:ln>
            <a:noFill/>
          </a:ln>
        </p:spPr>
      </p:sp>
      <p:sp>
        <p:nvSpPr>
          <p:cNvPr id="283" name="Google Shape;283;p22"/>
          <p:cNvSpPr/>
          <p:nvPr>
            <p:ph idx="4" type="pic"/>
          </p:nvPr>
        </p:nvSpPr>
        <p:spPr>
          <a:xfrm>
            <a:off x="3982125" y="2570200"/>
            <a:ext cx="1232400" cy="1292100"/>
          </a:xfrm>
          <a:prstGeom prst="snip1Rect">
            <a:avLst>
              <a:gd fmla="val 44296" name="adj"/>
            </a:avLst>
          </a:prstGeom>
          <a:noFill/>
          <a:ln>
            <a:noFill/>
          </a:ln>
        </p:spPr>
      </p:sp>
      <p:sp>
        <p:nvSpPr>
          <p:cNvPr id="284" name="Google Shape;284;p22"/>
          <p:cNvSpPr txBox="1"/>
          <p:nvPr>
            <p:ph idx="1" type="subTitle"/>
          </p:nvPr>
        </p:nvSpPr>
        <p:spPr>
          <a:xfrm>
            <a:off x="228477" y="266742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85" name="Google Shape;285;p22"/>
          <p:cNvSpPr txBox="1"/>
          <p:nvPr>
            <p:ph idx="5" type="subTitle"/>
          </p:nvPr>
        </p:nvSpPr>
        <p:spPr>
          <a:xfrm>
            <a:off x="228475" y="3167625"/>
            <a:ext cx="2195100" cy="690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86" name="Google Shape;286;p22"/>
          <p:cNvSpPr txBox="1"/>
          <p:nvPr>
            <p:ph idx="6" type="subTitle"/>
          </p:nvPr>
        </p:nvSpPr>
        <p:spPr>
          <a:xfrm>
            <a:off x="2833342" y="3971788"/>
            <a:ext cx="1947300" cy="301500"/>
          </a:xfrm>
          <a:prstGeom prst="rect">
            <a:avLst/>
          </a:prstGeom>
        </p:spPr>
        <p:txBody>
          <a:bodyPr anchorCtr="0" anchor="b" bIns="0" lIns="0"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22"/>
          <p:cNvSpPr txBox="1"/>
          <p:nvPr>
            <p:ph idx="7" type="subTitle"/>
          </p:nvPr>
        </p:nvSpPr>
        <p:spPr>
          <a:xfrm>
            <a:off x="2833350" y="4471996"/>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88" name="Google Shape;288;p22"/>
          <p:cNvSpPr txBox="1"/>
          <p:nvPr>
            <p:ph idx="8" type="subTitle"/>
          </p:nvPr>
        </p:nvSpPr>
        <p:spPr>
          <a:xfrm>
            <a:off x="5382242" y="268614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89" name="Google Shape;289;p22"/>
          <p:cNvSpPr txBox="1"/>
          <p:nvPr>
            <p:ph idx="9" type="subTitle"/>
          </p:nvPr>
        </p:nvSpPr>
        <p:spPr>
          <a:xfrm>
            <a:off x="5382250" y="3186352"/>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90" name="Google Shape;290;p22"/>
          <p:cNvSpPr txBox="1"/>
          <p:nvPr>
            <p:ph idx="13" type="subTitle"/>
          </p:nvPr>
        </p:nvSpPr>
        <p:spPr>
          <a:xfrm>
            <a:off x="2418550" y="2576525"/>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91" name="Google Shape;291;p22"/>
          <p:cNvSpPr txBox="1"/>
          <p:nvPr>
            <p:ph idx="14" type="subTitle"/>
          </p:nvPr>
        </p:nvSpPr>
        <p:spPr>
          <a:xfrm>
            <a:off x="4958025" y="3866186"/>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92" name="Google Shape;292;p22"/>
          <p:cNvSpPr txBox="1"/>
          <p:nvPr>
            <p:ph idx="15" type="subTitle"/>
          </p:nvPr>
        </p:nvSpPr>
        <p:spPr>
          <a:xfrm>
            <a:off x="7502550" y="2578054"/>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CUSTOM_2">
    <p:spTree>
      <p:nvGrpSpPr>
        <p:cNvPr id="293" name="Shape 293"/>
        <p:cNvGrpSpPr/>
        <p:nvPr/>
      </p:nvGrpSpPr>
      <p:grpSpPr>
        <a:xfrm>
          <a:off x="0" y="0"/>
          <a:ext cx="0" cy="0"/>
          <a:chOff x="0" y="0"/>
          <a:chExt cx="0" cy="0"/>
        </a:xfrm>
      </p:grpSpPr>
      <p:pic>
        <p:nvPicPr>
          <p:cNvPr id="294" name="Google Shape;294;p23"/>
          <p:cNvPicPr preferRelativeResize="0"/>
          <p:nvPr/>
        </p:nvPicPr>
        <p:blipFill rotWithShape="1">
          <a:blip r:embed="rId2">
            <a:alphaModFix/>
          </a:blip>
          <a:srcRect b="7467" l="0" r="17931" t="6703"/>
          <a:stretch/>
        </p:blipFill>
        <p:spPr>
          <a:xfrm>
            <a:off x="5425450" y="0"/>
            <a:ext cx="3718549" cy="4097924"/>
          </a:xfrm>
          <a:prstGeom prst="rect">
            <a:avLst/>
          </a:prstGeom>
          <a:noFill/>
          <a:ln>
            <a:noFill/>
          </a:ln>
        </p:spPr>
      </p:pic>
      <p:sp>
        <p:nvSpPr>
          <p:cNvPr id="295" name="Google Shape;295;p23"/>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96" name="Google Shape;296;p23"/>
          <p:cNvSpPr txBox="1"/>
          <p:nvPr>
            <p:ph idx="1" type="subTitle"/>
          </p:nvPr>
        </p:nvSpPr>
        <p:spPr>
          <a:xfrm>
            <a:off x="5405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97" name="Google Shape;297;p23"/>
          <p:cNvSpPr txBox="1"/>
          <p:nvPr>
            <p:ph idx="2" type="subTitle"/>
          </p:nvPr>
        </p:nvSpPr>
        <p:spPr>
          <a:xfrm>
            <a:off x="5405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98" name="Google Shape;298;p23"/>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SzPts val="1000"/>
              <a:buFont typeface="Red Hat Display"/>
              <a:buNone/>
              <a:defRPr sz="1000"/>
            </a:lvl1pPr>
            <a:lvl2pPr lvl="1">
              <a:lnSpc>
                <a:spcPct val="115000"/>
              </a:lnSpc>
              <a:spcBef>
                <a:spcPts val="0"/>
              </a:spcBef>
              <a:spcAft>
                <a:spcPts val="0"/>
              </a:spcAft>
              <a:buSzPts val="1200"/>
              <a:buFont typeface="Red Hat Display"/>
              <a:buNone/>
              <a:defRPr sz="1200"/>
            </a:lvl2pPr>
            <a:lvl3pPr lvl="2">
              <a:lnSpc>
                <a:spcPct val="115000"/>
              </a:lnSpc>
              <a:spcBef>
                <a:spcPts val="0"/>
              </a:spcBef>
              <a:spcAft>
                <a:spcPts val="0"/>
              </a:spcAft>
              <a:buSzPts val="1200"/>
              <a:buFont typeface="Red Hat Display"/>
              <a:buNone/>
              <a:defRPr sz="1200"/>
            </a:lvl3pPr>
            <a:lvl4pPr lvl="3">
              <a:lnSpc>
                <a:spcPct val="115000"/>
              </a:lnSpc>
              <a:spcBef>
                <a:spcPts val="0"/>
              </a:spcBef>
              <a:spcAft>
                <a:spcPts val="0"/>
              </a:spcAft>
              <a:buSzPts val="1200"/>
              <a:buFont typeface="Red Hat Display"/>
              <a:buNone/>
              <a:defRPr sz="1200"/>
            </a:lvl4pPr>
            <a:lvl5pPr lvl="4">
              <a:lnSpc>
                <a:spcPct val="115000"/>
              </a:lnSpc>
              <a:spcBef>
                <a:spcPts val="0"/>
              </a:spcBef>
              <a:spcAft>
                <a:spcPts val="0"/>
              </a:spcAft>
              <a:buSzPts val="1200"/>
              <a:buFont typeface="Red Hat Display"/>
              <a:buNone/>
              <a:defRPr sz="1200"/>
            </a:lvl5pPr>
            <a:lvl6pPr lvl="5">
              <a:lnSpc>
                <a:spcPct val="115000"/>
              </a:lnSpc>
              <a:spcBef>
                <a:spcPts val="0"/>
              </a:spcBef>
              <a:spcAft>
                <a:spcPts val="0"/>
              </a:spcAft>
              <a:buSzPts val="1200"/>
              <a:buFont typeface="Red Hat Display"/>
              <a:buNone/>
              <a:defRPr sz="1200"/>
            </a:lvl6pPr>
            <a:lvl7pPr lvl="6">
              <a:lnSpc>
                <a:spcPct val="115000"/>
              </a:lnSpc>
              <a:spcBef>
                <a:spcPts val="0"/>
              </a:spcBef>
              <a:spcAft>
                <a:spcPts val="0"/>
              </a:spcAft>
              <a:buSzPts val="1200"/>
              <a:buFont typeface="Red Hat Display"/>
              <a:buNone/>
              <a:defRPr sz="1200"/>
            </a:lvl7pPr>
            <a:lvl8pPr lvl="7">
              <a:lnSpc>
                <a:spcPct val="115000"/>
              </a:lnSpc>
              <a:spcBef>
                <a:spcPts val="0"/>
              </a:spcBef>
              <a:spcAft>
                <a:spcPts val="0"/>
              </a:spcAft>
              <a:buSzPts val="1200"/>
              <a:buFont typeface="Red Hat Display"/>
              <a:buNone/>
              <a:defRPr sz="1200"/>
            </a:lvl8pPr>
            <a:lvl9pPr lvl="8">
              <a:lnSpc>
                <a:spcPct val="115000"/>
              </a:lnSpc>
              <a:spcBef>
                <a:spcPts val="0"/>
              </a:spcBef>
              <a:spcAft>
                <a:spcPts val="0"/>
              </a:spcAft>
              <a:buSzPts val="1200"/>
              <a:buFont typeface="Red Hat Display"/>
              <a:buNone/>
              <a:defRPr sz="1200"/>
            </a:lvl9pPr>
          </a:lstStyle>
          <a:p/>
        </p:txBody>
      </p:sp>
      <p:sp>
        <p:nvSpPr>
          <p:cNvPr id="299" name="Google Shape;299;p23"/>
          <p:cNvSpPr txBox="1"/>
          <p:nvPr>
            <p:ph idx="4" type="subTitle"/>
          </p:nvPr>
        </p:nvSpPr>
        <p:spPr>
          <a:xfrm>
            <a:off x="346657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300" name="Google Shape;300;p23"/>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01" name="Google Shape;301;p23"/>
          <p:cNvSpPr txBox="1"/>
          <p:nvPr>
            <p:ph idx="6" type="subTitle"/>
          </p:nvPr>
        </p:nvSpPr>
        <p:spPr>
          <a:xfrm>
            <a:off x="63926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 3 ideas">
  <p:cSld name="CUSTOM_3">
    <p:spTree>
      <p:nvGrpSpPr>
        <p:cNvPr id="302" name="Shape 302"/>
        <p:cNvGrpSpPr/>
        <p:nvPr/>
      </p:nvGrpSpPr>
      <p:grpSpPr>
        <a:xfrm>
          <a:off x="0" y="0"/>
          <a:ext cx="0" cy="0"/>
          <a:chOff x="0" y="0"/>
          <a:chExt cx="0" cy="0"/>
        </a:xfrm>
      </p:grpSpPr>
      <p:pic>
        <p:nvPicPr>
          <p:cNvPr id="303" name="Google Shape;303;p24"/>
          <p:cNvPicPr preferRelativeResize="0"/>
          <p:nvPr/>
        </p:nvPicPr>
        <p:blipFill rotWithShape="1">
          <a:blip r:embed="rId2">
            <a:alphaModFix/>
          </a:blip>
          <a:srcRect b="15068" l="14900" r="18070" t="15235"/>
          <a:stretch/>
        </p:blipFill>
        <p:spPr>
          <a:xfrm>
            <a:off x="2750850" y="1538351"/>
            <a:ext cx="1791900" cy="2175997"/>
          </a:xfrm>
          <a:prstGeom prst="rect">
            <a:avLst/>
          </a:prstGeom>
          <a:noFill/>
          <a:ln>
            <a:noFill/>
          </a:ln>
        </p:spPr>
      </p:pic>
      <p:sp>
        <p:nvSpPr>
          <p:cNvPr id="304" name="Google Shape;304;p24"/>
          <p:cNvSpPr/>
          <p:nvPr/>
        </p:nvSpPr>
        <p:spPr>
          <a:xfrm rot="10800000">
            <a:off x="2020350" y="3151875"/>
            <a:ext cx="2509500" cy="12168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chemeClr val="lt1"/>
              </a:solidFill>
              <a:latin typeface="Red Hat Display"/>
              <a:ea typeface="Red Hat Display"/>
              <a:cs typeface="Red Hat Display"/>
              <a:sym typeface="Red Hat Display"/>
            </a:endParaRPr>
          </a:p>
        </p:txBody>
      </p:sp>
      <p:sp>
        <p:nvSpPr>
          <p:cNvPr id="305" name="Google Shape;305;p24"/>
          <p:cNvSpPr txBox="1"/>
          <p:nvPr>
            <p:ph type="title"/>
          </p:nvPr>
        </p:nvSpPr>
        <p:spPr>
          <a:xfrm>
            <a:off x="228600" y="420025"/>
            <a:ext cx="4296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06" name="Google Shape;306;p24"/>
          <p:cNvSpPr/>
          <p:nvPr>
            <p:ph idx="2" type="pic"/>
          </p:nvPr>
        </p:nvSpPr>
        <p:spPr>
          <a:xfrm>
            <a:off x="228425" y="2450950"/>
            <a:ext cx="1791900" cy="1917600"/>
          </a:xfrm>
          <a:prstGeom prst="rect">
            <a:avLst/>
          </a:prstGeom>
          <a:noFill/>
          <a:ln>
            <a:noFill/>
          </a:ln>
        </p:spPr>
      </p:sp>
      <p:sp>
        <p:nvSpPr>
          <p:cNvPr id="307" name="Google Shape;307;p24"/>
          <p:cNvSpPr txBox="1"/>
          <p:nvPr>
            <p:ph idx="1" type="subTitle"/>
          </p:nvPr>
        </p:nvSpPr>
        <p:spPr>
          <a:xfrm>
            <a:off x="2150204" y="3212736"/>
            <a:ext cx="16365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None/>
              <a:defRPr b="1" sz="12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308" name="Google Shape;308;p24"/>
          <p:cNvSpPr txBox="1"/>
          <p:nvPr>
            <p:ph idx="3" type="subTitle"/>
          </p:nvPr>
        </p:nvSpPr>
        <p:spPr>
          <a:xfrm>
            <a:off x="2150200" y="3668125"/>
            <a:ext cx="22611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09" name="Google Shape;309;p24"/>
          <p:cNvSpPr txBox="1"/>
          <p:nvPr>
            <p:ph idx="4" type="subTitle"/>
          </p:nvPr>
        </p:nvSpPr>
        <p:spPr>
          <a:xfrm>
            <a:off x="6122828" y="399200"/>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0" name="Google Shape;310;p24"/>
          <p:cNvSpPr txBox="1"/>
          <p:nvPr>
            <p:ph idx="5" type="subTitle"/>
          </p:nvPr>
        </p:nvSpPr>
        <p:spPr>
          <a:xfrm>
            <a:off x="6122827" y="837400"/>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11" name="Google Shape;311;p24"/>
          <p:cNvSpPr txBox="1"/>
          <p:nvPr>
            <p:ph idx="6" type="subTitle"/>
          </p:nvPr>
        </p:nvSpPr>
        <p:spPr>
          <a:xfrm>
            <a:off x="6122828" y="1964891"/>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2" name="Google Shape;312;p24"/>
          <p:cNvSpPr txBox="1"/>
          <p:nvPr>
            <p:ph idx="7" type="subTitle"/>
          </p:nvPr>
        </p:nvSpPr>
        <p:spPr>
          <a:xfrm>
            <a:off x="6122827" y="2403091"/>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13" name="Google Shape;313;p24"/>
          <p:cNvSpPr txBox="1"/>
          <p:nvPr>
            <p:ph idx="8" type="subTitle"/>
          </p:nvPr>
        </p:nvSpPr>
        <p:spPr>
          <a:xfrm>
            <a:off x="6122828" y="3532866"/>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4" name="Google Shape;314;p24"/>
          <p:cNvSpPr txBox="1"/>
          <p:nvPr>
            <p:ph idx="9" type="subTitle"/>
          </p:nvPr>
        </p:nvSpPr>
        <p:spPr>
          <a:xfrm>
            <a:off x="6122827" y="3971066"/>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deas">
  <p:cSld name="CUSTOM_4">
    <p:spTree>
      <p:nvGrpSpPr>
        <p:cNvPr id="315" name="Shape 315"/>
        <p:cNvGrpSpPr/>
        <p:nvPr/>
      </p:nvGrpSpPr>
      <p:grpSpPr>
        <a:xfrm>
          <a:off x="0" y="0"/>
          <a:ext cx="0" cy="0"/>
          <a:chOff x="0" y="0"/>
          <a:chExt cx="0" cy="0"/>
        </a:xfrm>
      </p:grpSpPr>
      <p:sp>
        <p:nvSpPr>
          <p:cNvPr id="316" name="Google Shape;316;p25"/>
          <p:cNvSpPr txBox="1"/>
          <p:nvPr>
            <p:ph idx="1" type="subTitle"/>
          </p:nvPr>
        </p:nvSpPr>
        <p:spPr>
          <a:xfrm>
            <a:off x="4590850" y="2481900"/>
            <a:ext cx="1222800" cy="370500"/>
          </a:xfrm>
          <a:prstGeom prst="rect">
            <a:avLst/>
          </a:prstGeom>
        </p:spPr>
        <p:txBody>
          <a:bodyPr anchorCtr="0" anchor="ctr" bIns="0" lIns="0" spcFirstLastPara="1" rIns="91425" wrap="square" tIns="0">
            <a:noAutofit/>
          </a:bodyPr>
          <a:lstStyle>
            <a:lvl1pPr lvl="0" algn="ctr">
              <a:spcBef>
                <a:spcPts val="0"/>
              </a:spcBef>
              <a:spcAft>
                <a:spcPts val="0"/>
              </a:spcAft>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7" name="Google Shape;317;p25"/>
          <p:cNvSpPr txBox="1"/>
          <p:nvPr>
            <p:ph idx="2" type="subTitle"/>
          </p:nvPr>
        </p:nvSpPr>
        <p:spPr>
          <a:xfrm>
            <a:off x="4590850" y="38127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8" name="Google Shape;318;p25"/>
          <p:cNvSpPr txBox="1"/>
          <p:nvPr>
            <p:ph idx="3" type="subTitle"/>
          </p:nvPr>
        </p:nvSpPr>
        <p:spPr>
          <a:xfrm>
            <a:off x="4590850" y="11511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9" name="Google Shape;319;p25"/>
          <p:cNvSpPr txBox="1"/>
          <p:nvPr>
            <p:ph type="title"/>
          </p:nvPr>
        </p:nvSpPr>
        <p:spPr>
          <a:xfrm>
            <a:off x="228600" y="420025"/>
            <a:ext cx="2926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0" name="Google Shape;320;p25"/>
          <p:cNvSpPr/>
          <p:nvPr/>
        </p:nvSpPr>
        <p:spPr>
          <a:xfrm>
            <a:off x="3849550" y="11511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1" name="Google Shape;321;p25"/>
          <p:cNvSpPr/>
          <p:nvPr/>
        </p:nvSpPr>
        <p:spPr>
          <a:xfrm>
            <a:off x="3849550" y="24819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2" name="Google Shape;322;p25"/>
          <p:cNvSpPr/>
          <p:nvPr/>
        </p:nvSpPr>
        <p:spPr>
          <a:xfrm>
            <a:off x="3849550" y="-179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3" name="Google Shape;323;p25"/>
          <p:cNvSpPr/>
          <p:nvPr/>
        </p:nvSpPr>
        <p:spPr>
          <a:xfrm>
            <a:off x="3849550" y="3812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4" name="Google Shape;324;p25"/>
          <p:cNvSpPr txBox="1"/>
          <p:nvPr>
            <p:ph idx="4" type="subTitle"/>
          </p:nvPr>
        </p:nvSpPr>
        <p:spPr>
          <a:xfrm>
            <a:off x="6080700" y="11999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25" name="Google Shape;325;p25"/>
          <p:cNvSpPr txBox="1"/>
          <p:nvPr>
            <p:ph idx="5" type="subTitle"/>
          </p:nvPr>
        </p:nvSpPr>
        <p:spPr>
          <a:xfrm>
            <a:off x="6080700" y="25307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26" name="Google Shape;326;p25"/>
          <p:cNvSpPr txBox="1"/>
          <p:nvPr>
            <p:ph idx="6" type="subTitle"/>
          </p:nvPr>
        </p:nvSpPr>
        <p:spPr>
          <a:xfrm>
            <a:off x="6080700" y="38615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 text">
  <p:cSld name="CUSTOM_5">
    <p:spTree>
      <p:nvGrpSpPr>
        <p:cNvPr id="327" name="Shape 327"/>
        <p:cNvGrpSpPr/>
        <p:nvPr/>
      </p:nvGrpSpPr>
      <p:grpSpPr>
        <a:xfrm>
          <a:off x="0" y="0"/>
          <a:ext cx="0" cy="0"/>
          <a:chOff x="0" y="0"/>
          <a:chExt cx="0" cy="0"/>
        </a:xfrm>
      </p:grpSpPr>
      <p:sp>
        <p:nvSpPr>
          <p:cNvPr id="328" name="Google Shape;328;p26"/>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9" name="Google Shape;329;p26"/>
          <p:cNvSpPr txBox="1"/>
          <p:nvPr>
            <p:ph idx="1" type="subTitle"/>
          </p:nvPr>
        </p:nvSpPr>
        <p:spPr>
          <a:xfrm>
            <a:off x="22952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0" name="Google Shape;330;p26"/>
          <p:cNvSpPr txBox="1"/>
          <p:nvPr>
            <p:ph idx="2" type="subTitle"/>
          </p:nvPr>
        </p:nvSpPr>
        <p:spPr>
          <a:xfrm>
            <a:off x="242747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1" name="Google Shape;331;p26"/>
          <p:cNvSpPr txBox="1"/>
          <p:nvPr>
            <p:ph idx="3" type="subTitle"/>
          </p:nvPr>
        </p:nvSpPr>
        <p:spPr>
          <a:xfrm>
            <a:off x="4622700" y="1803875"/>
            <a:ext cx="1776300" cy="2907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None/>
              <a:defRPr>
                <a:solidFill>
                  <a:schemeClr val="dk2"/>
                </a:solidFill>
              </a:defRPr>
            </a:lvl2pPr>
            <a:lvl3pPr lvl="2" algn="ctr">
              <a:spcBef>
                <a:spcPts val="0"/>
              </a:spcBef>
              <a:spcAft>
                <a:spcPts val="0"/>
              </a:spcAft>
              <a:buClr>
                <a:schemeClr val="dk2"/>
              </a:buClr>
              <a:buSzPts val="1400"/>
              <a:buNone/>
              <a:defRPr>
                <a:solidFill>
                  <a:schemeClr val="dk2"/>
                </a:solidFill>
              </a:defRPr>
            </a:lvl3pPr>
            <a:lvl4pPr lvl="3" algn="ctr">
              <a:spcBef>
                <a:spcPts val="0"/>
              </a:spcBef>
              <a:spcAft>
                <a:spcPts val="0"/>
              </a:spcAft>
              <a:buClr>
                <a:schemeClr val="dk2"/>
              </a:buClr>
              <a:buSzPts val="1400"/>
              <a:buNone/>
              <a:defRPr>
                <a:solidFill>
                  <a:schemeClr val="dk2"/>
                </a:solidFill>
              </a:defRPr>
            </a:lvl4pPr>
            <a:lvl5pPr lvl="4" algn="ctr">
              <a:spcBef>
                <a:spcPts val="0"/>
              </a:spcBef>
              <a:spcAft>
                <a:spcPts val="0"/>
              </a:spcAft>
              <a:buClr>
                <a:schemeClr val="dk2"/>
              </a:buClr>
              <a:buSzPts val="1400"/>
              <a:buNone/>
              <a:defRPr>
                <a:solidFill>
                  <a:schemeClr val="dk2"/>
                </a:solidFill>
              </a:defRPr>
            </a:lvl5pPr>
            <a:lvl6pPr lvl="5" algn="ctr">
              <a:spcBef>
                <a:spcPts val="0"/>
              </a:spcBef>
              <a:spcAft>
                <a:spcPts val="0"/>
              </a:spcAft>
              <a:buClr>
                <a:schemeClr val="dk2"/>
              </a:buClr>
              <a:buSzPts val="1400"/>
              <a:buNone/>
              <a:defRPr>
                <a:solidFill>
                  <a:schemeClr val="dk2"/>
                </a:solidFill>
              </a:defRPr>
            </a:lvl6pPr>
            <a:lvl7pPr lvl="6" algn="ctr">
              <a:spcBef>
                <a:spcPts val="0"/>
              </a:spcBef>
              <a:spcAft>
                <a:spcPts val="0"/>
              </a:spcAft>
              <a:buClr>
                <a:schemeClr val="dk2"/>
              </a:buClr>
              <a:buSzPts val="1400"/>
              <a:buNone/>
              <a:defRPr>
                <a:solidFill>
                  <a:schemeClr val="dk2"/>
                </a:solidFill>
              </a:defRPr>
            </a:lvl7pPr>
            <a:lvl8pPr lvl="7" algn="ctr">
              <a:spcBef>
                <a:spcPts val="0"/>
              </a:spcBef>
              <a:spcAft>
                <a:spcPts val="0"/>
              </a:spcAft>
              <a:buClr>
                <a:schemeClr val="dk2"/>
              </a:buClr>
              <a:buSzPts val="1400"/>
              <a:buNone/>
              <a:defRPr>
                <a:solidFill>
                  <a:schemeClr val="dk2"/>
                </a:solidFill>
              </a:defRPr>
            </a:lvl8pPr>
            <a:lvl9pPr lvl="8" algn="ctr">
              <a:spcBef>
                <a:spcPts val="0"/>
              </a:spcBef>
              <a:spcAft>
                <a:spcPts val="0"/>
              </a:spcAft>
              <a:buClr>
                <a:schemeClr val="dk2"/>
              </a:buClr>
              <a:buSzPts val="1400"/>
              <a:buNone/>
              <a:defRPr>
                <a:solidFill>
                  <a:schemeClr val="dk2"/>
                </a:solidFill>
              </a:defRPr>
            </a:lvl9pPr>
          </a:lstStyle>
          <a:p/>
        </p:txBody>
      </p:sp>
      <p:sp>
        <p:nvSpPr>
          <p:cNvPr id="332" name="Google Shape;332;p26"/>
          <p:cNvSpPr txBox="1"/>
          <p:nvPr>
            <p:ph idx="4" type="subTitle"/>
          </p:nvPr>
        </p:nvSpPr>
        <p:spPr>
          <a:xfrm>
            <a:off x="6813656"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3" name="Google Shape;333;p26"/>
          <p:cNvSpPr txBox="1"/>
          <p:nvPr>
            <p:ph idx="5" type="body"/>
          </p:nvPr>
        </p:nvSpPr>
        <p:spPr>
          <a:xfrm>
            <a:off x="561325"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4" name="Google Shape;334;p26"/>
          <p:cNvSpPr txBox="1"/>
          <p:nvPr>
            <p:ph idx="6" type="body"/>
          </p:nvPr>
        </p:nvSpPr>
        <p:spPr>
          <a:xfrm>
            <a:off x="2757388"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5" name="Google Shape;335;p26"/>
          <p:cNvSpPr txBox="1"/>
          <p:nvPr>
            <p:ph idx="7" type="body"/>
          </p:nvPr>
        </p:nvSpPr>
        <p:spPr>
          <a:xfrm>
            <a:off x="4958413" y="2353450"/>
            <a:ext cx="1566600" cy="1821300"/>
          </a:xfrm>
          <a:prstGeom prst="rect">
            <a:avLst/>
          </a:prstGeom>
        </p:spPr>
        <p:txBody>
          <a:bodyPr anchorCtr="0" anchor="t" bIns="0" lIns="0" spcFirstLastPara="1" rIns="0" wrap="square" tIns="0">
            <a:spAutoFit/>
          </a:bodyPr>
          <a:lstStyle>
            <a:lvl1pPr indent="-279400" lvl="0" marL="457200">
              <a:spcBef>
                <a:spcPts val="0"/>
              </a:spcBef>
              <a:spcAft>
                <a:spcPts val="0"/>
              </a:spcAft>
              <a:buSzPts val="800"/>
              <a:buFont typeface="Red Hat Display"/>
              <a:buChar char="●"/>
              <a:defRPr sz="800"/>
            </a:lvl1pPr>
            <a:lvl2pPr indent="-279400" lvl="1" marL="914400">
              <a:spcBef>
                <a:spcPts val="0"/>
              </a:spcBef>
              <a:spcAft>
                <a:spcPts val="0"/>
              </a:spcAft>
              <a:buSzPts val="800"/>
              <a:buFont typeface="Red Hat Display"/>
              <a:buChar char="○"/>
              <a:defRPr sz="800"/>
            </a:lvl2pPr>
            <a:lvl3pPr indent="-279400" lvl="2" marL="1371600">
              <a:spcBef>
                <a:spcPts val="0"/>
              </a:spcBef>
              <a:spcAft>
                <a:spcPts val="0"/>
              </a:spcAft>
              <a:buSzPts val="800"/>
              <a:buFont typeface="Red Hat Display"/>
              <a:buChar char="■"/>
              <a:defRPr sz="800"/>
            </a:lvl3pPr>
            <a:lvl4pPr indent="-279400" lvl="3" marL="1828800">
              <a:spcBef>
                <a:spcPts val="0"/>
              </a:spcBef>
              <a:spcAft>
                <a:spcPts val="0"/>
              </a:spcAft>
              <a:buSzPts val="800"/>
              <a:buFont typeface="Red Hat Display"/>
              <a:buChar char="●"/>
              <a:defRPr sz="800"/>
            </a:lvl4pPr>
            <a:lvl5pPr indent="-279400" lvl="4" marL="2286000">
              <a:spcBef>
                <a:spcPts val="0"/>
              </a:spcBef>
              <a:spcAft>
                <a:spcPts val="0"/>
              </a:spcAft>
              <a:buSzPts val="800"/>
              <a:buFont typeface="Red Hat Display"/>
              <a:buChar char="○"/>
              <a:defRPr sz="800"/>
            </a:lvl5pPr>
            <a:lvl6pPr indent="-279400" lvl="5" marL="2743200">
              <a:spcBef>
                <a:spcPts val="0"/>
              </a:spcBef>
              <a:spcAft>
                <a:spcPts val="0"/>
              </a:spcAft>
              <a:buSzPts val="800"/>
              <a:buFont typeface="Red Hat Display"/>
              <a:buChar char="■"/>
              <a:defRPr sz="800"/>
            </a:lvl6pPr>
            <a:lvl7pPr indent="-279400" lvl="6" marL="3200400">
              <a:spcBef>
                <a:spcPts val="0"/>
              </a:spcBef>
              <a:spcAft>
                <a:spcPts val="0"/>
              </a:spcAft>
              <a:buSzPts val="800"/>
              <a:buFont typeface="Red Hat Display"/>
              <a:buChar char="●"/>
              <a:defRPr sz="800"/>
            </a:lvl7pPr>
            <a:lvl8pPr indent="-279400" lvl="7" marL="3657600">
              <a:spcBef>
                <a:spcPts val="0"/>
              </a:spcBef>
              <a:spcAft>
                <a:spcPts val="0"/>
              </a:spcAft>
              <a:buSzPts val="800"/>
              <a:buFont typeface="Red Hat Display"/>
              <a:buChar char="○"/>
              <a:defRPr sz="800"/>
            </a:lvl8pPr>
            <a:lvl9pPr indent="-279400" lvl="8" marL="4114800">
              <a:spcBef>
                <a:spcPts val="0"/>
              </a:spcBef>
              <a:spcAft>
                <a:spcPts val="0"/>
              </a:spcAft>
              <a:buSzPts val="800"/>
              <a:buFont typeface="Red Hat Display"/>
              <a:buChar char="■"/>
              <a:defRPr sz="800"/>
            </a:lvl9pPr>
          </a:lstStyle>
          <a:p/>
        </p:txBody>
      </p:sp>
      <p:sp>
        <p:nvSpPr>
          <p:cNvPr id="336" name="Google Shape;336;p26"/>
          <p:cNvSpPr txBox="1"/>
          <p:nvPr>
            <p:ph idx="8" type="body"/>
          </p:nvPr>
        </p:nvSpPr>
        <p:spPr>
          <a:xfrm>
            <a:off x="7146863"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7" name="Google Shape;337;p26"/>
          <p:cNvSpPr txBox="1"/>
          <p:nvPr>
            <p:ph idx="9"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38" name="Google Shape;338;p26"/>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5_2_3">
    <p:spTree>
      <p:nvGrpSpPr>
        <p:cNvPr id="339" name="Shape 339"/>
        <p:cNvGrpSpPr/>
        <p:nvPr/>
      </p:nvGrpSpPr>
      <p:grpSpPr>
        <a:xfrm>
          <a:off x="0" y="0"/>
          <a:ext cx="0" cy="0"/>
          <a:chOff x="0" y="0"/>
          <a:chExt cx="0" cy="0"/>
        </a:xfrm>
      </p:grpSpPr>
      <p:sp>
        <p:nvSpPr>
          <p:cNvPr id="340" name="Google Shape;340;p27"/>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41" name="Google Shape;341;p27"/>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42" name="Google Shape;342;p2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3" name="Google Shape;343;p2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344" name="Google Shape;344;p27"/>
          <p:cNvSpPr txBox="1"/>
          <p:nvPr>
            <p:ph idx="2" type="subTitle"/>
          </p:nvPr>
        </p:nvSpPr>
        <p:spPr>
          <a:xfrm>
            <a:off x="197717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45" name="Google Shape;345;p27"/>
          <p:cNvSpPr txBox="1"/>
          <p:nvPr>
            <p:ph idx="3" type="subTitle"/>
          </p:nvPr>
        </p:nvSpPr>
        <p:spPr>
          <a:xfrm>
            <a:off x="362318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46" name="Google Shape;346;p27"/>
          <p:cNvSpPr txBox="1"/>
          <p:nvPr>
            <p:ph idx="4" type="subTitle"/>
          </p:nvPr>
        </p:nvSpPr>
        <p:spPr>
          <a:xfrm>
            <a:off x="5465499" y="1698625"/>
            <a:ext cx="1369500" cy="290700"/>
          </a:xfrm>
          <a:prstGeom prst="rect">
            <a:avLst/>
          </a:prstGeom>
        </p:spPr>
        <p:txBody>
          <a:bodyPr anchorCtr="0" anchor="ctr" bIns="0" lIns="0" spcFirstLastPara="1" rIns="0" wrap="square" tIns="0">
            <a:noAutofit/>
          </a:bodyPr>
          <a:lstStyle>
            <a:lvl1pPr lvl="0">
              <a:spcBef>
                <a:spcPts val="0"/>
              </a:spcBef>
              <a:spcAft>
                <a:spcPts val="0"/>
              </a:spcAft>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347" name="Google Shape;347;p27"/>
          <p:cNvSpPr txBox="1"/>
          <p:nvPr>
            <p:ph idx="5" type="subTitle"/>
          </p:nvPr>
        </p:nvSpPr>
        <p:spPr>
          <a:xfrm>
            <a:off x="385125" y="22006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48" name="Google Shape;348;p27"/>
          <p:cNvSpPr txBox="1"/>
          <p:nvPr>
            <p:ph idx="6" type="subTitle"/>
          </p:nvPr>
        </p:nvSpPr>
        <p:spPr>
          <a:xfrm>
            <a:off x="385125" y="26108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49" name="Google Shape;349;p27"/>
          <p:cNvSpPr txBox="1"/>
          <p:nvPr>
            <p:ph idx="7" type="subTitle"/>
          </p:nvPr>
        </p:nvSpPr>
        <p:spPr>
          <a:xfrm>
            <a:off x="385125" y="3024075"/>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0" name="Google Shape;350;p27"/>
          <p:cNvSpPr txBox="1"/>
          <p:nvPr>
            <p:ph idx="8" type="subTitle"/>
          </p:nvPr>
        </p:nvSpPr>
        <p:spPr>
          <a:xfrm>
            <a:off x="385125" y="34296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1" name="Google Shape;351;p27"/>
          <p:cNvSpPr txBox="1"/>
          <p:nvPr>
            <p:ph idx="9" type="subTitle"/>
          </p:nvPr>
        </p:nvSpPr>
        <p:spPr>
          <a:xfrm>
            <a:off x="385125" y="38485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2" name="Google Shape;352;p27"/>
          <p:cNvSpPr txBox="1"/>
          <p:nvPr>
            <p:ph idx="13" type="subTitle"/>
          </p:nvPr>
        </p:nvSpPr>
        <p:spPr>
          <a:xfrm>
            <a:off x="1977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3" name="Google Shape;353;p27"/>
          <p:cNvSpPr txBox="1"/>
          <p:nvPr>
            <p:ph idx="14" type="subTitle"/>
          </p:nvPr>
        </p:nvSpPr>
        <p:spPr>
          <a:xfrm>
            <a:off x="1977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4" name="Google Shape;354;p27"/>
          <p:cNvSpPr txBox="1"/>
          <p:nvPr>
            <p:ph idx="15" type="subTitle"/>
          </p:nvPr>
        </p:nvSpPr>
        <p:spPr>
          <a:xfrm>
            <a:off x="1977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5" name="Google Shape;355;p27"/>
          <p:cNvSpPr txBox="1"/>
          <p:nvPr>
            <p:ph idx="16" type="subTitle"/>
          </p:nvPr>
        </p:nvSpPr>
        <p:spPr>
          <a:xfrm>
            <a:off x="1977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6" name="Google Shape;356;p27"/>
          <p:cNvSpPr txBox="1"/>
          <p:nvPr>
            <p:ph idx="17" type="subTitle"/>
          </p:nvPr>
        </p:nvSpPr>
        <p:spPr>
          <a:xfrm>
            <a:off x="1977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7" name="Google Shape;357;p27"/>
          <p:cNvSpPr txBox="1"/>
          <p:nvPr>
            <p:ph idx="18" type="subTitle"/>
          </p:nvPr>
        </p:nvSpPr>
        <p:spPr>
          <a:xfrm>
            <a:off x="3623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8" name="Google Shape;358;p27"/>
          <p:cNvSpPr txBox="1"/>
          <p:nvPr>
            <p:ph idx="19" type="subTitle"/>
          </p:nvPr>
        </p:nvSpPr>
        <p:spPr>
          <a:xfrm>
            <a:off x="3623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9" name="Google Shape;359;p27"/>
          <p:cNvSpPr txBox="1"/>
          <p:nvPr>
            <p:ph idx="20" type="subTitle"/>
          </p:nvPr>
        </p:nvSpPr>
        <p:spPr>
          <a:xfrm>
            <a:off x="3623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0" name="Google Shape;360;p27"/>
          <p:cNvSpPr txBox="1"/>
          <p:nvPr>
            <p:ph idx="21" type="subTitle"/>
          </p:nvPr>
        </p:nvSpPr>
        <p:spPr>
          <a:xfrm>
            <a:off x="3623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1" name="Google Shape;361;p27"/>
          <p:cNvSpPr txBox="1"/>
          <p:nvPr>
            <p:ph idx="22" type="subTitle"/>
          </p:nvPr>
        </p:nvSpPr>
        <p:spPr>
          <a:xfrm>
            <a:off x="3623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2" name="Google Shape;362;p27"/>
          <p:cNvSpPr txBox="1"/>
          <p:nvPr>
            <p:ph idx="23" type="subTitle"/>
          </p:nvPr>
        </p:nvSpPr>
        <p:spPr>
          <a:xfrm>
            <a:off x="5465501" y="22006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3" name="Google Shape;363;p27"/>
          <p:cNvSpPr txBox="1"/>
          <p:nvPr>
            <p:ph idx="24" type="subTitle"/>
          </p:nvPr>
        </p:nvSpPr>
        <p:spPr>
          <a:xfrm>
            <a:off x="5465501" y="26108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4" name="Google Shape;364;p27"/>
          <p:cNvSpPr txBox="1"/>
          <p:nvPr>
            <p:ph idx="25" type="subTitle"/>
          </p:nvPr>
        </p:nvSpPr>
        <p:spPr>
          <a:xfrm>
            <a:off x="5465501" y="30222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5" name="Google Shape;365;p27"/>
          <p:cNvSpPr txBox="1"/>
          <p:nvPr>
            <p:ph idx="26" type="subTitle"/>
          </p:nvPr>
        </p:nvSpPr>
        <p:spPr>
          <a:xfrm>
            <a:off x="5465501" y="34370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6" name="Google Shape;366;p27"/>
          <p:cNvSpPr txBox="1"/>
          <p:nvPr>
            <p:ph idx="27" type="subTitle"/>
          </p:nvPr>
        </p:nvSpPr>
        <p:spPr>
          <a:xfrm>
            <a:off x="5465501" y="38494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highlights">
  <p:cSld name="CUSTOM_5_2_2">
    <p:spTree>
      <p:nvGrpSpPr>
        <p:cNvPr id="367" name="Shape 367"/>
        <p:cNvGrpSpPr/>
        <p:nvPr/>
      </p:nvGrpSpPr>
      <p:grpSpPr>
        <a:xfrm>
          <a:off x="0" y="0"/>
          <a:ext cx="0" cy="0"/>
          <a:chOff x="0" y="0"/>
          <a:chExt cx="0" cy="0"/>
        </a:xfrm>
      </p:grpSpPr>
      <p:sp>
        <p:nvSpPr>
          <p:cNvPr id="368" name="Google Shape;368;p28"/>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69" name="Google Shape;369;p28"/>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70" name="Google Shape;370;p28"/>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1" name="Google Shape;371;p28"/>
          <p:cNvSpPr txBox="1"/>
          <p:nvPr>
            <p:ph idx="2" type="subTitle"/>
          </p:nvPr>
        </p:nvSpPr>
        <p:spPr>
          <a:xfrm>
            <a:off x="229525"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2" name="Google Shape;372;p28"/>
          <p:cNvSpPr txBox="1"/>
          <p:nvPr>
            <p:ph idx="3" type="subTitle"/>
          </p:nvPr>
        </p:nvSpPr>
        <p:spPr>
          <a:xfrm>
            <a:off x="201570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3" name="Google Shape;373;p28"/>
          <p:cNvSpPr txBox="1"/>
          <p:nvPr>
            <p:ph idx="4" type="subTitle"/>
          </p:nvPr>
        </p:nvSpPr>
        <p:spPr>
          <a:xfrm>
            <a:off x="3774602"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4" name="Google Shape;374;p28"/>
          <p:cNvSpPr txBox="1"/>
          <p:nvPr>
            <p:ph idx="5" type="subTitle"/>
          </p:nvPr>
        </p:nvSpPr>
        <p:spPr>
          <a:xfrm>
            <a:off x="5616677"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5" name="Google Shape;375;p28"/>
          <p:cNvSpPr txBox="1"/>
          <p:nvPr>
            <p:ph idx="6" type="subTitle"/>
          </p:nvPr>
        </p:nvSpPr>
        <p:spPr>
          <a:xfrm>
            <a:off x="741145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6" name="Google Shape;376;p28"/>
          <p:cNvSpPr txBox="1"/>
          <p:nvPr>
            <p:ph idx="7" type="body"/>
          </p:nvPr>
        </p:nvSpPr>
        <p:spPr>
          <a:xfrm>
            <a:off x="3875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77" name="Google Shape;377;p28"/>
          <p:cNvSpPr txBox="1"/>
          <p:nvPr>
            <p:ph idx="8" type="body"/>
          </p:nvPr>
        </p:nvSpPr>
        <p:spPr>
          <a:xfrm>
            <a:off x="2164609" y="2820600"/>
            <a:ext cx="1239300" cy="1165200"/>
          </a:xfrm>
          <a:prstGeom prst="rect">
            <a:avLst/>
          </a:prstGeom>
        </p:spPr>
        <p:txBody>
          <a:bodyPr anchorCtr="0" anchor="t" bIns="0" lIns="0" spcFirstLastPara="1" rIns="0" wrap="square" tIns="0">
            <a:spAutoFit/>
          </a:bodyPr>
          <a:lstStyle>
            <a:lvl1pPr indent="-285750" lvl="0" marL="457200">
              <a:lnSpc>
                <a:spcPct val="100000"/>
              </a:lnSpc>
              <a:spcBef>
                <a:spcPts val="0"/>
              </a:spcBef>
              <a:spcAft>
                <a:spcPts val="0"/>
              </a:spcAft>
              <a:buClr>
                <a:schemeClr val="lt1"/>
              </a:buClr>
              <a:buSzPts val="900"/>
              <a:buFont typeface="Red Hat Display"/>
              <a:buChar char="●"/>
              <a:defRPr sz="900"/>
            </a:lvl1pPr>
            <a:lvl2pPr indent="-285750" lvl="1" marL="914400">
              <a:lnSpc>
                <a:spcPct val="100000"/>
              </a:lnSpc>
              <a:spcBef>
                <a:spcPts val="0"/>
              </a:spcBef>
              <a:spcAft>
                <a:spcPts val="0"/>
              </a:spcAft>
              <a:buClr>
                <a:schemeClr val="lt1"/>
              </a:buClr>
              <a:buSzPts val="900"/>
              <a:buFont typeface="Red Hat Display"/>
              <a:buChar char="○"/>
              <a:defRPr sz="900"/>
            </a:lvl2pPr>
            <a:lvl3pPr indent="-285750" lvl="2" marL="1371600">
              <a:lnSpc>
                <a:spcPct val="100000"/>
              </a:lnSpc>
              <a:spcBef>
                <a:spcPts val="0"/>
              </a:spcBef>
              <a:spcAft>
                <a:spcPts val="0"/>
              </a:spcAft>
              <a:buClr>
                <a:schemeClr val="lt1"/>
              </a:buClr>
              <a:buSzPts val="900"/>
              <a:buFont typeface="Red Hat Display"/>
              <a:buChar char="■"/>
              <a:defRPr sz="900"/>
            </a:lvl3pPr>
            <a:lvl4pPr indent="-285750" lvl="3" marL="1828800">
              <a:lnSpc>
                <a:spcPct val="100000"/>
              </a:lnSpc>
              <a:spcBef>
                <a:spcPts val="0"/>
              </a:spcBef>
              <a:spcAft>
                <a:spcPts val="0"/>
              </a:spcAft>
              <a:buClr>
                <a:schemeClr val="lt1"/>
              </a:buClr>
              <a:buSzPts val="900"/>
              <a:buFont typeface="Red Hat Display"/>
              <a:buChar char="●"/>
              <a:defRPr sz="900"/>
            </a:lvl4pPr>
            <a:lvl5pPr indent="-285750" lvl="4" marL="2286000">
              <a:lnSpc>
                <a:spcPct val="100000"/>
              </a:lnSpc>
              <a:spcBef>
                <a:spcPts val="0"/>
              </a:spcBef>
              <a:spcAft>
                <a:spcPts val="0"/>
              </a:spcAft>
              <a:buClr>
                <a:schemeClr val="lt1"/>
              </a:buClr>
              <a:buSzPts val="900"/>
              <a:buFont typeface="Red Hat Display"/>
              <a:buChar char="○"/>
              <a:defRPr sz="900"/>
            </a:lvl5pPr>
            <a:lvl6pPr indent="-285750" lvl="5" marL="2743200">
              <a:lnSpc>
                <a:spcPct val="100000"/>
              </a:lnSpc>
              <a:spcBef>
                <a:spcPts val="0"/>
              </a:spcBef>
              <a:spcAft>
                <a:spcPts val="0"/>
              </a:spcAft>
              <a:buClr>
                <a:schemeClr val="lt1"/>
              </a:buClr>
              <a:buSzPts val="900"/>
              <a:buFont typeface="Red Hat Display"/>
              <a:buChar char="■"/>
              <a:defRPr sz="900"/>
            </a:lvl6pPr>
            <a:lvl7pPr indent="-285750" lvl="6" marL="3200400">
              <a:lnSpc>
                <a:spcPct val="100000"/>
              </a:lnSpc>
              <a:spcBef>
                <a:spcPts val="0"/>
              </a:spcBef>
              <a:spcAft>
                <a:spcPts val="0"/>
              </a:spcAft>
              <a:buClr>
                <a:schemeClr val="lt1"/>
              </a:buClr>
              <a:buSzPts val="900"/>
              <a:buFont typeface="Red Hat Display"/>
              <a:buChar char="●"/>
              <a:defRPr sz="900"/>
            </a:lvl7pPr>
            <a:lvl8pPr indent="-285750" lvl="7" marL="3657600">
              <a:lnSpc>
                <a:spcPct val="100000"/>
              </a:lnSpc>
              <a:spcBef>
                <a:spcPts val="0"/>
              </a:spcBef>
              <a:spcAft>
                <a:spcPts val="0"/>
              </a:spcAft>
              <a:buClr>
                <a:schemeClr val="lt1"/>
              </a:buClr>
              <a:buSzPts val="900"/>
              <a:buFont typeface="Red Hat Display"/>
              <a:buChar char="○"/>
              <a:defRPr sz="900"/>
            </a:lvl8pPr>
            <a:lvl9pPr indent="-285750" lvl="8" marL="4114800">
              <a:lnSpc>
                <a:spcPct val="100000"/>
              </a:lnSpc>
              <a:spcBef>
                <a:spcPts val="0"/>
              </a:spcBef>
              <a:spcAft>
                <a:spcPts val="0"/>
              </a:spcAft>
              <a:buClr>
                <a:schemeClr val="lt1"/>
              </a:buClr>
              <a:buSzPts val="900"/>
              <a:buFont typeface="Red Hat Display"/>
              <a:buChar char="■"/>
              <a:defRPr sz="900"/>
            </a:lvl9pPr>
          </a:lstStyle>
          <a:p/>
        </p:txBody>
      </p:sp>
      <p:sp>
        <p:nvSpPr>
          <p:cNvPr id="378" name="Google Shape;378;p28"/>
          <p:cNvSpPr txBox="1"/>
          <p:nvPr>
            <p:ph idx="9" type="body"/>
          </p:nvPr>
        </p:nvSpPr>
        <p:spPr>
          <a:xfrm>
            <a:off x="39416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79" name="Google Shape;379;p28"/>
          <p:cNvSpPr txBox="1"/>
          <p:nvPr>
            <p:ph idx="13" type="body"/>
          </p:nvPr>
        </p:nvSpPr>
        <p:spPr>
          <a:xfrm>
            <a:off x="57644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80" name="Google Shape;380;p28"/>
          <p:cNvSpPr txBox="1"/>
          <p:nvPr>
            <p:ph idx="14" type="body"/>
          </p:nvPr>
        </p:nvSpPr>
        <p:spPr>
          <a:xfrm>
            <a:off x="75873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w/ dots">
  <p:cSld name="CUSTOM_5_2_1">
    <p:spTree>
      <p:nvGrpSpPr>
        <p:cNvPr id="381" name="Shape 381"/>
        <p:cNvGrpSpPr/>
        <p:nvPr/>
      </p:nvGrpSpPr>
      <p:grpSpPr>
        <a:xfrm>
          <a:off x="0" y="0"/>
          <a:ext cx="0" cy="0"/>
          <a:chOff x="0" y="0"/>
          <a:chExt cx="0" cy="0"/>
        </a:xfrm>
      </p:grpSpPr>
      <p:sp>
        <p:nvSpPr>
          <p:cNvPr id="382" name="Google Shape;382;p29"/>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83" name="Google Shape;383;p29"/>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84" name="Google Shape;384;p29"/>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5" name="Google Shape;385;p29"/>
          <p:cNvSpPr txBox="1"/>
          <p:nvPr>
            <p:ph idx="2" type="subTitle"/>
          </p:nvPr>
        </p:nvSpPr>
        <p:spPr>
          <a:xfrm>
            <a:off x="35170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6" name="Google Shape;386;p29"/>
          <p:cNvSpPr txBox="1"/>
          <p:nvPr>
            <p:ph idx="3" type="subTitle"/>
          </p:nvPr>
        </p:nvSpPr>
        <p:spPr>
          <a:xfrm>
            <a:off x="331505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7" name="Google Shape;387;p29"/>
          <p:cNvSpPr txBox="1"/>
          <p:nvPr>
            <p:ph idx="4" type="subTitle"/>
          </p:nvPr>
        </p:nvSpPr>
        <p:spPr>
          <a:xfrm>
            <a:off x="6278400"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8" name="Google Shape;388;p29"/>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grpSp>
        <p:nvGrpSpPr>
          <p:cNvPr id="389" name="Google Shape;389;p29"/>
          <p:cNvGrpSpPr/>
          <p:nvPr/>
        </p:nvGrpSpPr>
        <p:grpSpPr>
          <a:xfrm flipH="1">
            <a:off x="6903656" y="79823"/>
            <a:ext cx="2140834" cy="1767927"/>
            <a:chOff x="142083" y="79814"/>
            <a:chExt cx="1831025" cy="1512212"/>
          </a:xfrm>
        </p:grpSpPr>
        <p:sp>
          <p:nvSpPr>
            <p:cNvPr id="390" name="Google Shape;390;p29"/>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1" name="Google Shape;391;p29"/>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2" name="Google Shape;392;p29"/>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3" name="Google Shape;393;p29"/>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4" name="Google Shape;394;p29"/>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5" name="Google Shape;395;p29"/>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6" name="Google Shape;396;p29"/>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7" name="Google Shape;397;p29"/>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8" name="Google Shape;398;p29"/>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9" name="Google Shape;399;p29"/>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0" name="Google Shape;400;p29"/>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1" name="Google Shape;401;p29"/>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2" name="Google Shape;402;p29"/>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3" name="Google Shape;403;p29"/>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4" name="Google Shape;404;p29"/>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5" name="Google Shape;405;p29"/>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6" name="Google Shape;406;p29"/>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7" name="Google Shape;407;p29"/>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8" name="Google Shape;408;p29"/>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9" name="Google Shape;409;p29"/>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0" name="Google Shape;410;p29"/>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1" name="Google Shape;411;p29"/>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2" name="Google Shape;412;p29"/>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3" name="Google Shape;413;p29"/>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grpSp>
      <p:sp>
        <p:nvSpPr>
          <p:cNvPr id="414" name="Google Shape;414;p29"/>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415" name="Google Shape;415;p29"/>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p:cSld name="CUSTOM_5_2_1_1">
    <p:spTree>
      <p:nvGrpSpPr>
        <p:cNvPr id="416" name="Shape 416"/>
        <p:cNvGrpSpPr/>
        <p:nvPr/>
      </p:nvGrpSpPr>
      <p:grpSpPr>
        <a:xfrm>
          <a:off x="0" y="0"/>
          <a:ext cx="0" cy="0"/>
          <a:chOff x="0" y="0"/>
          <a:chExt cx="0" cy="0"/>
        </a:xfrm>
      </p:grpSpPr>
      <p:sp>
        <p:nvSpPr>
          <p:cNvPr id="417" name="Google Shape;417;p30"/>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18" name="Google Shape;418;p30"/>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19" name="Google Shape;419;p30"/>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0" name="Google Shape;420;p30"/>
          <p:cNvSpPr txBox="1"/>
          <p:nvPr>
            <p:ph idx="2" type="subTitle"/>
          </p:nvPr>
        </p:nvSpPr>
        <p:spPr>
          <a:xfrm>
            <a:off x="35170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1" name="Google Shape;421;p30"/>
          <p:cNvSpPr txBox="1"/>
          <p:nvPr>
            <p:ph idx="3" type="subTitle"/>
          </p:nvPr>
        </p:nvSpPr>
        <p:spPr>
          <a:xfrm>
            <a:off x="331505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2" name="Google Shape;422;p30"/>
          <p:cNvSpPr txBox="1"/>
          <p:nvPr>
            <p:ph idx="4" type="subTitle"/>
          </p:nvPr>
        </p:nvSpPr>
        <p:spPr>
          <a:xfrm>
            <a:off x="6278400" y="2435600"/>
            <a:ext cx="2439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3" name="Google Shape;423;p30"/>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sp>
        <p:nvSpPr>
          <p:cNvPr id="424" name="Google Shape;424;p30"/>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425" name="Google Shape;425;p30"/>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highlights">
  <p:cSld name="CUSTOM_5_1">
    <p:spTree>
      <p:nvGrpSpPr>
        <p:cNvPr id="426" name="Shape 426"/>
        <p:cNvGrpSpPr/>
        <p:nvPr/>
      </p:nvGrpSpPr>
      <p:grpSpPr>
        <a:xfrm>
          <a:off x="0" y="0"/>
          <a:ext cx="0" cy="0"/>
          <a:chOff x="0" y="0"/>
          <a:chExt cx="0" cy="0"/>
        </a:xfrm>
      </p:grpSpPr>
      <p:sp>
        <p:nvSpPr>
          <p:cNvPr id="427" name="Google Shape;427;p31"/>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8" name="Google Shape;428;p31"/>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29" name="Google Shape;429;p31"/>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30" name="Google Shape;430;p31"/>
          <p:cNvSpPr txBox="1"/>
          <p:nvPr>
            <p:ph idx="2" type="subTitle"/>
          </p:nvPr>
        </p:nvSpPr>
        <p:spPr>
          <a:xfrm>
            <a:off x="637000" y="1820550"/>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1" name="Google Shape;431;p31"/>
          <p:cNvSpPr txBox="1"/>
          <p:nvPr>
            <p:ph idx="3" type="subTitle"/>
          </p:nvPr>
        </p:nvSpPr>
        <p:spPr>
          <a:xfrm>
            <a:off x="637000"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2" name="Google Shape;432;p31"/>
          <p:cNvSpPr txBox="1"/>
          <p:nvPr>
            <p:ph idx="4" type="subTitle"/>
          </p:nvPr>
        </p:nvSpPr>
        <p:spPr>
          <a:xfrm>
            <a:off x="5028175" y="1820550"/>
            <a:ext cx="702300" cy="776100"/>
          </a:xfrm>
          <a:prstGeom prst="rect">
            <a:avLst/>
          </a:prstGeom>
        </p:spPr>
        <p:txBody>
          <a:bodyPr anchorCtr="0" anchor="ctr" bIns="0" lIns="0" spcFirstLastPara="1" rIns="0" wrap="square" tIns="0">
            <a:noAutofit/>
          </a:bodyPr>
          <a:lstStyle>
            <a:lvl1pPr lvl="0" algn="ctr">
              <a:spcBef>
                <a:spcPts val="0"/>
              </a:spcBef>
              <a:spcAft>
                <a:spcPts val="0"/>
              </a:spcAft>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3" name="Google Shape;433;p31"/>
          <p:cNvSpPr txBox="1"/>
          <p:nvPr>
            <p:ph idx="5" type="subTitle"/>
          </p:nvPr>
        </p:nvSpPr>
        <p:spPr>
          <a:xfrm>
            <a:off x="5028175"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4" name="Google Shape;434;p31"/>
          <p:cNvSpPr txBox="1"/>
          <p:nvPr>
            <p:ph idx="6" type="subTitle"/>
          </p:nvPr>
        </p:nvSpPr>
        <p:spPr>
          <a:xfrm>
            <a:off x="1546000"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5" name="Google Shape;435;p31"/>
          <p:cNvSpPr txBox="1"/>
          <p:nvPr>
            <p:ph idx="7" type="subTitle"/>
          </p:nvPr>
        </p:nvSpPr>
        <p:spPr>
          <a:xfrm>
            <a:off x="1546000"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6" name="Google Shape;436;p31"/>
          <p:cNvSpPr txBox="1"/>
          <p:nvPr>
            <p:ph idx="8" type="subTitle"/>
          </p:nvPr>
        </p:nvSpPr>
        <p:spPr>
          <a:xfrm>
            <a:off x="5937175"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7" name="Google Shape;437;p31"/>
          <p:cNvSpPr txBox="1"/>
          <p:nvPr>
            <p:ph idx="9" type="subTitle"/>
          </p:nvPr>
        </p:nvSpPr>
        <p:spPr>
          <a:xfrm>
            <a:off x="5937175"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Black">
  <p:cSld name="BLANK_1_1_1_1_1_1">
    <p:spTree>
      <p:nvGrpSpPr>
        <p:cNvPr id="438" name="Shape 438"/>
        <p:cNvGrpSpPr/>
        <p:nvPr/>
      </p:nvGrpSpPr>
      <p:grpSpPr>
        <a:xfrm>
          <a:off x="0" y="0"/>
          <a:ext cx="0" cy="0"/>
          <a:chOff x="0" y="0"/>
          <a:chExt cx="0" cy="0"/>
        </a:xfrm>
      </p:grpSpPr>
      <p:cxnSp>
        <p:nvCxnSpPr>
          <p:cNvPr id="439" name="Google Shape;439;p32"/>
          <p:cNvCxnSpPr/>
          <p:nvPr/>
        </p:nvCxnSpPr>
        <p:spPr>
          <a:xfrm>
            <a:off x="3518300" y="712833"/>
            <a:ext cx="5617500" cy="0"/>
          </a:xfrm>
          <a:prstGeom prst="straightConnector1">
            <a:avLst/>
          </a:prstGeom>
          <a:noFill/>
          <a:ln cap="flat" cmpd="sng" w="9525">
            <a:solidFill>
              <a:schemeClr val="accent5"/>
            </a:solidFill>
            <a:prstDash val="solid"/>
            <a:round/>
            <a:headEnd len="med" w="med" type="none"/>
            <a:tailEnd len="med" w="med" type="none"/>
          </a:ln>
        </p:spPr>
      </p:cxnSp>
      <p:cxnSp>
        <p:nvCxnSpPr>
          <p:cNvPr id="440" name="Google Shape;440;p32"/>
          <p:cNvCxnSpPr>
            <a:stCxn id="441" idx="1"/>
            <a:endCxn id="442" idx="3"/>
          </p:cNvCxnSpPr>
          <p:nvPr/>
        </p:nvCxnSpPr>
        <p:spPr>
          <a:xfrm>
            <a:off x="2641916" y="1598375"/>
            <a:ext cx="0" cy="1332300"/>
          </a:xfrm>
          <a:prstGeom prst="straightConnector1">
            <a:avLst/>
          </a:prstGeom>
          <a:noFill/>
          <a:ln cap="flat" cmpd="sng" w="9525">
            <a:solidFill>
              <a:schemeClr val="accent5"/>
            </a:solidFill>
            <a:prstDash val="solid"/>
            <a:round/>
            <a:headEnd len="med" w="med" type="none"/>
            <a:tailEnd len="med" w="med" type="none"/>
          </a:ln>
        </p:spPr>
      </p:cxnSp>
      <p:cxnSp>
        <p:nvCxnSpPr>
          <p:cNvPr id="443" name="Google Shape;443;p32"/>
          <p:cNvCxnSpPr/>
          <p:nvPr/>
        </p:nvCxnSpPr>
        <p:spPr>
          <a:xfrm rot="10800000">
            <a:off x="-19425" y="711675"/>
            <a:ext cx="936600" cy="936600"/>
          </a:xfrm>
          <a:prstGeom prst="straightConnector1">
            <a:avLst/>
          </a:prstGeom>
          <a:noFill/>
          <a:ln cap="flat" cmpd="sng" w="9525">
            <a:solidFill>
              <a:schemeClr val="accent5"/>
            </a:solidFill>
            <a:prstDash val="solid"/>
            <a:round/>
            <a:headEnd len="med" w="med" type="none"/>
            <a:tailEnd len="med" w="med" type="none"/>
          </a:ln>
        </p:spPr>
      </p:cxnSp>
      <p:cxnSp>
        <p:nvCxnSpPr>
          <p:cNvPr id="444" name="Google Shape;444;p32"/>
          <p:cNvCxnSpPr/>
          <p:nvPr/>
        </p:nvCxnSpPr>
        <p:spPr>
          <a:xfrm rot="10800000">
            <a:off x="1464900" y="-8025"/>
            <a:ext cx="958800" cy="958800"/>
          </a:xfrm>
          <a:prstGeom prst="straightConnector1">
            <a:avLst/>
          </a:prstGeom>
          <a:noFill/>
          <a:ln cap="flat" cmpd="sng" w="9525">
            <a:solidFill>
              <a:schemeClr val="accent5"/>
            </a:solidFill>
            <a:prstDash val="solid"/>
            <a:round/>
            <a:headEnd len="med" w="med" type="none"/>
            <a:tailEnd len="med" w="med" type="none"/>
          </a:ln>
        </p:spPr>
      </p:cxnSp>
      <p:sp>
        <p:nvSpPr>
          <p:cNvPr id="441" name="Google Shape;441;p32"/>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45" name="Google Shape;445;p32"/>
          <p:cNvCxnSpPr/>
          <p:nvPr/>
        </p:nvCxnSpPr>
        <p:spPr>
          <a:xfrm rot="10800000">
            <a:off x="709975" y="3201569"/>
            <a:ext cx="1758300" cy="1758300"/>
          </a:xfrm>
          <a:prstGeom prst="straightConnector1">
            <a:avLst/>
          </a:prstGeom>
          <a:noFill/>
          <a:ln cap="flat" cmpd="sng" w="9525">
            <a:solidFill>
              <a:schemeClr val="accent5"/>
            </a:solidFill>
            <a:prstDash val="solid"/>
            <a:round/>
            <a:headEnd len="med" w="med" type="none"/>
            <a:tailEnd len="med" w="med" type="none"/>
          </a:ln>
        </p:spPr>
      </p:cxnSp>
      <p:sp>
        <p:nvSpPr>
          <p:cNvPr id="442" name="Google Shape;442;p32"/>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46" name="Google Shape;446;p32"/>
          <p:cNvCxnSpPr/>
          <p:nvPr/>
        </p:nvCxnSpPr>
        <p:spPr>
          <a:xfrm flipH="1" rot="10800000">
            <a:off x="-23900" y="3541825"/>
            <a:ext cx="1163100" cy="1163100"/>
          </a:xfrm>
          <a:prstGeom prst="straightConnector1">
            <a:avLst/>
          </a:prstGeom>
          <a:noFill/>
          <a:ln cap="flat" cmpd="sng" w="9525">
            <a:solidFill>
              <a:schemeClr val="accent5"/>
            </a:solidFill>
            <a:prstDash val="solid"/>
            <a:round/>
            <a:headEnd len="med" w="med" type="none"/>
            <a:tailEnd len="med" w="med" type="none"/>
          </a:ln>
        </p:spPr>
      </p:cxnSp>
      <p:sp>
        <p:nvSpPr>
          <p:cNvPr id="447" name="Google Shape;447;p32"/>
          <p:cNvSpPr/>
          <p:nvPr/>
        </p:nvSpPr>
        <p:spPr>
          <a:xfrm flipH="1">
            <a:off x="-34" y="1598375"/>
            <a:ext cx="1761300" cy="2212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8" name="Google Shape;448;p32"/>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9" name="Google Shape;449;p32"/>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Green">
  <p:cSld name="BLANK_1_1_1_1_1_1_2">
    <p:bg>
      <p:bgPr>
        <a:solidFill>
          <a:schemeClr val="accent5"/>
        </a:solidFill>
      </p:bgPr>
    </p:bg>
    <p:spTree>
      <p:nvGrpSpPr>
        <p:cNvPr id="450" name="Shape 450"/>
        <p:cNvGrpSpPr/>
        <p:nvPr/>
      </p:nvGrpSpPr>
      <p:grpSpPr>
        <a:xfrm>
          <a:off x="0" y="0"/>
          <a:ext cx="0" cy="0"/>
          <a:chOff x="0" y="0"/>
          <a:chExt cx="0" cy="0"/>
        </a:xfrm>
      </p:grpSpPr>
      <p:cxnSp>
        <p:nvCxnSpPr>
          <p:cNvPr id="451" name="Google Shape;451;p33"/>
          <p:cNvCxnSpPr/>
          <p:nvPr/>
        </p:nvCxnSpPr>
        <p:spPr>
          <a:xfrm>
            <a:off x="3518300" y="712833"/>
            <a:ext cx="5617500" cy="0"/>
          </a:xfrm>
          <a:prstGeom prst="straightConnector1">
            <a:avLst/>
          </a:prstGeom>
          <a:noFill/>
          <a:ln cap="flat" cmpd="sng" w="9525">
            <a:solidFill>
              <a:schemeClr val="accent4"/>
            </a:solidFill>
            <a:prstDash val="solid"/>
            <a:round/>
            <a:headEnd len="med" w="med" type="none"/>
            <a:tailEnd len="med" w="med" type="none"/>
          </a:ln>
        </p:spPr>
      </p:cxnSp>
      <p:cxnSp>
        <p:nvCxnSpPr>
          <p:cNvPr id="452" name="Google Shape;452;p33"/>
          <p:cNvCxnSpPr>
            <a:stCxn id="453" idx="1"/>
            <a:endCxn id="454" idx="3"/>
          </p:cNvCxnSpPr>
          <p:nvPr/>
        </p:nvCxnSpPr>
        <p:spPr>
          <a:xfrm>
            <a:off x="2641916" y="1598375"/>
            <a:ext cx="0" cy="1332300"/>
          </a:xfrm>
          <a:prstGeom prst="straightConnector1">
            <a:avLst/>
          </a:prstGeom>
          <a:noFill/>
          <a:ln cap="flat" cmpd="sng" w="9525">
            <a:solidFill>
              <a:schemeClr val="accent4"/>
            </a:solidFill>
            <a:prstDash val="solid"/>
            <a:round/>
            <a:headEnd len="med" w="med" type="none"/>
            <a:tailEnd len="med" w="med" type="none"/>
          </a:ln>
        </p:spPr>
      </p:cxnSp>
      <p:cxnSp>
        <p:nvCxnSpPr>
          <p:cNvPr id="455" name="Google Shape;455;p33"/>
          <p:cNvCxnSpPr/>
          <p:nvPr/>
        </p:nvCxnSpPr>
        <p:spPr>
          <a:xfrm rot="10800000">
            <a:off x="-19425" y="711675"/>
            <a:ext cx="936600" cy="936600"/>
          </a:xfrm>
          <a:prstGeom prst="straightConnector1">
            <a:avLst/>
          </a:prstGeom>
          <a:noFill/>
          <a:ln cap="flat" cmpd="sng" w="9525">
            <a:solidFill>
              <a:schemeClr val="accent4"/>
            </a:solidFill>
            <a:prstDash val="solid"/>
            <a:round/>
            <a:headEnd len="med" w="med" type="none"/>
            <a:tailEnd len="med" w="med" type="none"/>
          </a:ln>
        </p:spPr>
      </p:cxnSp>
      <p:cxnSp>
        <p:nvCxnSpPr>
          <p:cNvPr id="456" name="Google Shape;456;p33"/>
          <p:cNvCxnSpPr/>
          <p:nvPr/>
        </p:nvCxnSpPr>
        <p:spPr>
          <a:xfrm rot="10800000">
            <a:off x="1464900" y="-8025"/>
            <a:ext cx="958800" cy="958800"/>
          </a:xfrm>
          <a:prstGeom prst="straightConnector1">
            <a:avLst/>
          </a:prstGeom>
          <a:noFill/>
          <a:ln cap="flat" cmpd="sng" w="9525">
            <a:solidFill>
              <a:schemeClr val="accent4"/>
            </a:solidFill>
            <a:prstDash val="solid"/>
            <a:round/>
            <a:headEnd len="med" w="med" type="none"/>
            <a:tailEnd len="med" w="med" type="none"/>
          </a:ln>
        </p:spPr>
      </p:cxnSp>
      <p:sp>
        <p:nvSpPr>
          <p:cNvPr id="453" name="Google Shape;453;p33"/>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57" name="Google Shape;457;p33"/>
          <p:cNvCxnSpPr/>
          <p:nvPr/>
        </p:nvCxnSpPr>
        <p:spPr>
          <a:xfrm rot="10800000">
            <a:off x="709975" y="3201569"/>
            <a:ext cx="1758300" cy="1758300"/>
          </a:xfrm>
          <a:prstGeom prst="straightConnector1">
            <a:avLst/>
          </a:prstGeom>
          <a:noFill/>
          <a:ln cap="flat" cmpd="sng" w="9525">
            <a:solidFill>
              <a:schemeClr val="accent4"/>
            </a:solidFill>
            <a:prstDash val="solid"/>
            <a:round/>
            <a:headEnd len="med" w="med" type="none"/>
            <a:tailEnd len="med" w="med" type="none"/>
          </a:ln>
        </p:spPr>
      </p:cxnSp>
      <p:sp>
        <p:nvSpPr>
          <p:cNvPr id="454" name="Google Shape;454;p33"/>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58" name="Google Shape;458;p33"/>
          <p:cNvCxnSpPr/>
          <p:nvPr/>
        </p:nvCxnSpPr>
        <p:spPr>
          <a:xfrm flipH="1" rot="10800000">
            <a:off x="-23900" y="3541825"/>
            <a:ext cx="1163100" cy="1163100"/>
          </a:xfrm>
          <a:prstGeom prst="straightConnector1">
            <a:avLst/>
          </a:prstGeom>
          <a:noFill/>
          <a:ln cap="flat" cmpd="sng" w="9525">
            <a:solidFill>
              <a:schemeClr val="accent4"/>
            </a:solidFill>
            <a:prstDash val="solid"/>
            <a:round/>
            <a:headEnd len="med" w="med" type="none"/>
            <a:tailEnd len="med" w="med" type="none"/>
          </a:ln>
        </p:spPr>
      </p:cxnSp>
      <p:sp>
        <p:nvSpPr>
          <p:cNvPr id="459" name="Google Shape;459;p33"/>
          <p:cNvSpPr/>
          <p:nvPr/>
        </p:nvSpPr>
        <p:spPr>
          <a:xfrm flipH="1">
            <a:off x="-34" y="1598375"/>
            <a:ext cx="1761300" cy="22125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0" name="Google Shape;460;p33"/>
          <p:cNvSpPr txBox="1"/>
          <p:nvPr>
            <p:ph idx="1" type="subTitle"/>
          </p:nvPr>
        </p:nvSpPr>
        <p:spPr>
          <a:xfrm>
            <a:off x="3948800" y="2677301"/>
            <a:ext cx="4941000" cy="19299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1" name="Google Shape;461;p33"/>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 description">
  <p:cSld name="BLANK_1_1_1_1_1_1_1_1_1_1_1">
    <p:spTree>
      <p:nvGrpSpPr>
        <p:cNvPr id="462" name="Shape 462"/>
        <p:cNvGrpSpPr/>
        <p:nvPr/>
      </p:nvGrpSpPr>
      <p:grpSpPr>
        <a:xfrm>
          <a:off x="0" y="0"/>
          <a:ext cx="0" cy="0"/>
          <a:chOff x="0" y="0"/>
          <a:chExt cx="0" cy="0"/>
        </a:xfrm>
      </p:grpSpPr>
      <p:sp>
        <p:nvSpPr>
          <p:cNvPr id="463" name="Google Shape;463;p34"/>
          <p:cNvSpPr txBox="1"/>
          <p:nvPr>
            <p:ph idx="1" type="subTitle"/>
          </p:nvPr>
        </p:nvSpPr>
        <p:spPr>
          <a:xfrm>
            <a:off x="4782025" y="17315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4" name="Google Shape;464;p34"/>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65" name="Google Shape;465;p34"/>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6" name="Google Shape;466;p34"/>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7" name="Google Shape;467;p34"/>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8" name="Google Shape;468;p34"/>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9" name="Google Shape;469;p34"/>
          <p:cNvSpPr txBox="1"/>
          <p:nvPr>
            <p:ph idx="2" type="subTitle"/>
          </p:nvPr>
        </p:nvSpPr>
        <p:spPr>
          <a:xfrm>
            <a:off x="4944882" y="18751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0" name="Google Shape;470;p34"/>
          <p:cNvSpPr txBox="1"/>
          <p:nvPr>
            <p:ph idx="3" type="subTitle"/>
          </p:nvPr>
        </p:nvSpPr>
        <p:spPr>
          <a:xfrm>
            <a:off x="4782025" y="2682477"/>
            <a:ext cx="1926900" cy="3015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1" name="Google Shape;471;p34"/>
          <p:cNvSpPr txBox="1"/>
          <p:nvPr>
            <p:ph idx="4" type="subTitle"/>
          </p:nvPr>
        </p:nvSpPr>
        <p:spPr>
          <a:xfrm>
            <a:off x="4944882" y="2826125"/>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2" name="Google Shape;472;p34"/>
          <p:cNvSpPr txBox="1"/>
          <p:nvPr>
            <p:ph idx="5" type="subTitle"/>
          </p:nvPr>
        </p:nvSpPr>
        <p:spPr>
          <a:xfrm>
            <a:off x="4782025" y="36280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3" name="Google Shape;473;p34"/>
          <p:cNvSpPr txBox="1"/>
          <p:nvPr>
            <p:ph idx="6" type="subTitle"/>
          </p:nvPr>
        </p:nvSpPr>
        <p:spPr>
          <a:xfrm>
            <a:off x="4944882" y="37716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4" name="Google Shape;474;p34"/>
          <p:cNvSpPr txBox="1"/>
          <p:nvPr>
            <p:ph idx="7" type="subTitle"/>
          </p:nvPr>
        </p:nvSpPr>
        <p:spPr>
          <a:xfrm>
            <a:off x="7123375" y="17315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5" name="Google Shape;475;p34"/>
          <p:cNvSpPr txBox="1"/>
          <p:nvPr>
            <p:ph idx="8" type="subTitle"/>
          </p:nvPr>
        </p:nvSpPr>
        <p:spPr>
          <a:xfrm>
            <a:off x="7278029" y="18751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6" name="Google Shape;476;p34"/>
          <p:cNvSpPr txBox="1"/>
          <p:nvPr>
            <p:ph idx="9" type="subTitle"/>
          </p:nvPr>
        </p:nvSpPr>
        <p:spPr>
          <a:xfrm>
            <a:off x="7123375" y="2682477"/>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7" name="Google Shape;477;p34"/>
          <p:cNvSpPr txBox="1"/>
          <p:nvPr>
            <p:ph idx="13" type="subTitle"/>
          </p:nvPr>
        </p:nvSpPr>
        <p:spPr>
          <a:xfrm>
            <a:off x="7278029" y="2826127"/>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8" name="Google Shape;478;p34"/>
          <p:cNvSpPr txBox="1"/>
          <p:nvPr>
            <p:ph idx="14" type="subTitle"/>
          </p:nvPr>
        </p:nvSpPr>
        <p:spPr>
          <a:xfrm>
            <a:off x="7123375" y="36280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9" name="Google Shape;479;p34"/>
          <p:cNvSpPr txBox="1"/>
          <p:nvPr>
            <p:ph idx="15" type="subTitle"/>
          </p:nvPr>
        </p:nvSpPr>
        <p:spPr>
          <a:xfrm>
            <a:off x="7278029" y="37716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_2">
    <p:spTree>
      <p:nvGrpSpPr>
        <p:cNvPr id="480" name="Shape 480"/>
        <p:cNvGrpSpPr/>
        <p:nvPr/>
      </p:nvGrpSpPr>
      <p:grpSpPr>
        <a:xfrm>
          <a:off x="0" y="0"/>
          <a:ext cx="0" cy="0"/>
          <a:chOff x="0" y="0"/>
          <a:chExt cx="0" cy="0"/>
        </a:xfrm>
      </p:grpSpPr>
      <p:sp>
        <p:nvSpPr>
          <p:cNvPr id="481" name="Google Shape;481;p35"/>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82" name="Google Shape;482;p35"/>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83" name="Google Shape;483;p35"/>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4" name="Google Shape;484;p35"/>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5" name="Google Shape;485;p35"/>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6" name="Google Shape;486;p35"/>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7" name="Google Shape;487;p35"/>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88" name="Google Shape;488;p35"/>
          <p:cNvSpPr txBox="1"/>
          <p:nvPr>
            <p:ph idx="3" type="subTitle"/>
          </p:nvPr>
        </p:nvSpPr>
        <p:spPr>
          <a:xfrm>
            <a:off x="5711285" y="2769450"/>
            <a:ext cx="2846700" cy="301500"/>
          </a:xfrm>
          <a:prstGeom prst="rect">
            <a:avLst/>
          </a:prstGeom>
        </p:spPr>
        <p:txBody>
          <a:bodyPr anchorCtr="0" anchor="b" bIns="91425" lIns="91425" spcFirstLastPara="1" rIns="91425" wrap="square" tIns="91425">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489" name="Google Shape;489;p35"/>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0" name="Google Shape;490;p35"/>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1" name="Google Shape;491;p35"/>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6">
    <p:spTree>
      <p:nvGrpSpPr>
        <p:cNvPr id="492" name="Shape 492"/>
        <p:cNvGrpSpPr/>
        <p:nvPr/>
      </p:nvGrpSpPr>
      <p:grpSpPr>
        <a:xfrm>
          <a:off x="0" y="0"/>
          <a:ext cx="0" cy="0"/>
          <a:chOff x="0" y="0"/>
          <a:chExt cx="0" cy="0"/>
        </a:xfrm>
      </p:grpSpPr>
      <p:sp>
        <p:nvSpPr>
          <p:cNvPr id="493" name="Google Shape;493;p36"/>
          <p:cNvSpPr/>
          <p:nvPr/>
        </p:nvSpPr>
        <p:spPr>
          <a:xfrm rot="5400000">
            <a:off x="446600" y="-454900"/>
            <a:ext cx="2712900" cy="3605700"/>
          </a:xfrm>
          <a:prstGeom prst="snip1Rect">
            <a:avLst>
              <a:gd fmla="val 39812"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94" name="Google Shape;494;p36"/>
          <p:cNvSpPr txBox="1"/>
          <p:nvPr>
            <p:ph type="title"/>
          </p:nvPr>
        </p:nvSpPr>
        <p:spPr>
          <a:xfrm>
            <a:off x="228600" y="525200"/>
            <a:ext cx="3154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95" name="Google Shape;495;p36"/>
          <p:cNvSpPr txBox="1"/>
          <p:nvPr>
            <p:ph idx="1" type="subTitle"/>
          </p:nvPr>
        </p:nvSpPr>
        <p:spPr>
          <a:xfrm>
            <a:off x="228600" y="1185575"/>
            <a:ext cx="2806800" cy="954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6" name="Google Shape;496;p36"/>
          <p:cNvSpPr txBox="1"/>
          <p:nvPr>
            <p:ph idx="2" type="subTitle"/>
          </p:nvPr>
        </p:nvSpPr>
        <p:spPr>
          <a:xfrm>
            <a:off x="4784300" y="1597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97" name="Google Shape;497;p36"/>
          <p:cNvSpPr txBox="1"/>
          <p:nvPr>
            <p:ph idx="3" type="subTitle"/>
          </p:nvPr>
        </p:nvSpPr>
        <p:spPr>
          <a:xfrm>
            <a:off x="6129000" y="16000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98" name="Google Shape;498;p36"/>
          <p:cNvSpPr txBox="1"/>
          <p:nvPr>
            <p:ph idx="4" type="subTitle"/>
          </p:nvPr>
        </p:nvSpPr>
        <p:spPr>
          <a:xfrm>
            <a:off x="6129000" y="2669675"/>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99" name="Google Shape;499;p36"/>
          <p:cNvSpPr txBox="1"/>
          <p:nvPr>
            <p:ph idx="5" type="subTitle"/>
          </p:nvPr>
        </p:nvSpPr>
        <p:spPr>
          <a:xfrm>
            <a:off x="6129000" y="37392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500" name="Google Shape;500;p36"/>
          <p:cNvSpPr txBox="1"/>
          <p:nvPr>
            <p:ph idx="6" type="subTitle"/>
          </p:nvPr>
        </p:nvSpPr>
        <p:spPr>
          <a:xfrm>
            <a:off x="4784300" y="2668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501" name="Google Shape;501;p36"/>
          <p:cNvSpPr txBox="1"/>
          <p:nvPr>
            <p:ph idx="7" type="subTitle"/>
          </p:nvPr>
        </p:nvSpPr>
        <p:spPr>
          <a:xfrm>
            <a:off x="4784300" y="3739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02" name="Shape 502"/>
        <p:cNvGrpSpPr/>
        <p:nvPr/>
      </p:nvGrpSpPr>
      <p:grpSpPr>
        <a:xfrm>
          <a:off x="0" y="0"/>
          <a:ext cx="0" cy="0"/>
          <a:chOff x="0" y="0"/>
          <a:chExt cx="0" cy="0"/>
        </a:xfrm>
      </p:grpSpPr>
      <p:sp>
        <p:nvSpPr>
          <p:cNvPr id="503" name="Google Shape;503;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04" name="Shape 504"/>
        <p:cNvGrpSpPr/>
        <p:nvPr/>
      </p:nvGrpSpPr>
      <p:grpSpPr>
        <a:xfrm>
          <a:off x="0" y="0"/>
          <a:ext cx="0" cy="0"/>
          <a:chOff x="0" y="0"/>
          <a:chExt cx="0" cy="0"/>
        </a:xfrm>
      </p:grpSpPr>
      <p:sp>
        <p:nvSpPr>
          <p:cNvPr id="505" name="Google Shape;505;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06" name="Google Shape;506;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07" name="Shape 507"/>
        <p:cNvGrpSpPr/>
        <p:nvPr/>
      </p:nvGrpSpPr>
      <p:grpSpPr>
        <a:xfrm>
          <a:off x="0" y="0"/>
          <a:ext cx="0" cy="0"/>
          <a:chOff x="0" y="0"/>
          <a:chExt cx="0" cy="0"/>
        </a:xfrm>
      </p:grpSpPr>
      <p:sp>
        <p:nvSpPr>
          <p:cNvPr id="508" name="Google Shape;50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09" name="Google Shape;509;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10" name="Google Shape;510;p39"/>
          <p:cNvSpPr txBox="1"/>
          <p:nvPr>
            <p:ph idx="2" type="body"/>
          </p:nvPr>
        </p:nvSpPr>
        <p:spPr>
          <a:xfrm>
            <a:off x="4832400" y="1152475"/>
            <a:ext cx="3999900" cy="34164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11" name="Shape 511"/>
        <p:cNvGrpSpPr/>
        <p:nvPr/>
      </p:nvGrpSpPr>
      <p:grpSpPr>
        <a:xfrm>
          <a:off x="0" y="0"/>
          <a:ext cx="0" cy="0"/>
          <a:chOff x="0" y="0"/>
          <a:chExt cx="0" cy="0"/>
        </a:xfrm>
      </p:grpSpPr>
      <p:sp>
        <p:nvSpPr>
          <p:cNvPr id="512" name="Google Shape;512;p4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3" name="Google Shape;513;p4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14" name="Shape 514"/>
        <p:cNvGrpSpPr/>
        <p:nvPr/>
      </p:nvGrpSpPr>
      <p:grpSpPr>
        <a:xfrm>
          <a:off x="0" y="0"/>
          <a:ext cx="0" cy="0"/>
          <a:chOff x="0" y="0"/>
          <a:chExt cx="0" cy="0"/>
        </a:xfrm>
      </p:grpSpPr>
      <p:sp>
        <p:nvSpPr>
          <p:cNvPr id="515" name="Google Shape;515;p4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16" name="Shape 516"/>
        <p:cNvGrpSpPr/>
        <p:nvPr/>
      </p:nvGrpSpPr>
      <p:grpSpPr>
        <a:xfrm>
          <a:off x="0" y="0"/>
          <a:ext cx="0" cy="0"/>
          <a:chOff x="0" y="0"/>
          <a:chExt cx="0" cy="0"/>
        </a:xfrm>
      </p:grpSpPr>
      <p:sp>
        <p:nvSpPr>
          <p:cNvPr id="517" name="Google Shape;517;p4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8" name="Google Shape;518;p4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19" name="Google Shape;519;p4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20" name="Shape 520"/>
        <p:cNvGrpSpPr/>
        <p:nvPr/>
      </p:nvGrpSpPr>
      <p:grpSpPr>
        <a:xfrm>
          <a:off x="0" y="0"/>
          <a:ext cx="0" cy="0"/>
          <a:chOff x="0" y="0"/>
          <a:chExt cx="0" cy="0"/>
        </a:xfrm>
      </p:grpSpPr>
      <p:sp>
        <p:nvSpPr>
          <p:cNvPr id="521" name="Google Shape;521;p4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22" name="Shape 522"/>
        <p:cNvGrpSpPr/>
        <p:nvPr/>
      </p:nvGrpSpPr>
      <p:grpSpPr>
        <a:xfrm>
          <a:off x="0" y="0"/>
          <a:ext cx="0" cy="0"/>
          <a:chOff x="0" y="0"/>
          <a:chExt cx="0" cy="0"/>
        </a:xfrm>
      </p:grpSpPr>
      <p:sp>
        <p:nvSpPr>
          <p:cNvPr id="523" name="Google Shape;523;p4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4" name="Google Shape;524;p4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25" name="Shape 525"/>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26" name="Shape 526"/>
        <p:cNvGrpSpPr/>
        <p:nvPr/>
      </p:nvGrpSpPr>
      <p:grpSpPr>
        <a:xfrm>
          <a:off x="0" y="0"/>
          <a:ext cx="0" cy="0"/>
          <a:chOff x="0" y="0"/>
          <a:chExt cx="0" cy="0"/>
        </a:xfrm>
      </p:grpSpPr>
      <p:sp>
        <p:nvSpPr>
          <p:cNvPr id="527" name="Google Shape;527;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28" name="Google Shape;528;p46"/>
          <p:cNvSpPr txBox="1"/>
          <p:nvPr>
            <p:ph idx="1" type="body"/>
          </p:nvPr>
        </p:nvSpPr>
        <p:spPr>
          <a:xfrm>
            <a:off x="311700" y="1152475"/>
            <a:ext cx="4473900" cy="34164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29" name="Google Shape;529;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30" name="Shape 530"/>
        <p:cNvGrpSpPr/>
        <p:nvPr/>
      </p:nvGrpSpPr>
      <p:grpSpPr>
        <a:xfrm>
          <a:off x="0" y="0"/>
          <a:ext cx="0" cy="0"/>
          <a:chOff x="0" y="0"/>
          <a:chExt cx="0" cy="0"/>
        </a:xfrm>
      </p:grpSpPr>
      <p:sp>
        <p:nvSpPr>
          <p:cNvPr id="531" name="Google Shape;531;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32" name="Google Shape;532;p47"/>
          <p:cNvSpPr txBox="1"/>
          <p:nvPr>
            <p:ph idx="1" type="body"/>
          </p:nvPr>
        </p:nvSpPr>
        <p:spPr>
          <a:xfrm>
            <a:off x="483150" y="2237788"/>
            <a:ext cx="36198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33" name="Google Shape;533;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34" name="Google Shape;534;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5" name="Google Shape;535;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36" name="Shape 536"/>
        <p:cNvGrpSpPr/>
        <p:nvPr/>
      </p:nvGrpSpPr>
      <p:grpSpPr>
        <a:xfrm>
          <a:off x="0" y="0"/>
          <a:ext cx="0" cy="0"/>
          <a:chOff x="0" y="0"/>
          <a:chExt cx="0" cy="0"/>
        </a:xfrm>
      </p:grpSpPr>
      <p:sp>
        <p:nvSpPr>
          <p:cNvPr id="537" name="Google Shape;537;p48"/>
          <p:cNvSpPr txBox="1"/>
          <p:nvPr>
            <p:ph idx="1" type="body"/>
          </p:nvPr>
        </p:nvSpPr>
        <p:spPr>
          <a:xfrm>
            <a:off x="483175" y="2417500"/>
            <a:ext cx="24555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38" name="Google Shape;538;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39" name="Google Shape;539;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0" name="Google Shape;540;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1" name="Google Shape;541;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2" name="Google Shape;542;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3" name="Google Shape;543;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44" name="Shape 544"/>
        <p:cNvGrpSpPr/>
        <p:nvPr/>
      </p:nvGrpSpPr>
      <p:grpSpPr>
        <a:xfrm>
          <a:off x="0" y="0"/>
          <a:ext cx="0" cy="0"/>
          <a:chOff x="0" y="0"/>
          <a:chExt cx="0" cy="0"/>
        </a:xfrm>
      </p:grpSpPr>
      <p:sp>
        <p:nvSpPr>
          <p:cNvPr id="545" name="Google Shape;545;p49"/>
          <p:cNvSpPr txBox="1"/>
          <p:nvPr>
            <p:ph idx="1" type="body"/>
          </p:nvPr>
        </p:nvSpPr>
        <p:spPr>
          <a:xfrm>
            <a:off x="366725" y="1759093"/>
            <a:ext cx="3838500" cy="11385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46" name="Google Shape;546;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7" name="Google Shape;547;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8" name="Google Shape;548;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9" name="Google Shape;549;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50" name="Google Shape;550;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1" name="Google Shape;551;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2" name="Google Shape;552;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3" name="Google Shape;553;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54" name="Shape 554"/>
        <p:cNvGrpSpPr/>
        <p:nvPr/>
      </p:nvGrpSpPr>
      <p:grpSpPr>
        <a:xfrm>
          <a:off x="0" y="0"/>
          <a:ext cx="0" cy="0"/>
          <a:chOff x="0" y="0"/>
          <a:chExt cx="0" cy="0"/>
        </a:xfrm>
      </p:grpSpPr>
      <p:sp>
        <p:nvSpPr>
          <p:cNvPr id="555" name="Google Shape;555;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56" name="Google Shape;556;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57" name="Shape 557"/>
        <p:cNvGrpSpPr/>
        <p:nvPr/>
      </p:nvGrpSpPr>
      <p:grpSpPr>
        <a:xfrm>
          <a:off x="0" y="0"/>
          <a:ext cx="0" cy="0"/>
          <a:chOff x="0" y="0"/>
          <a:chExt cx="0" cy="0"/>
        </a:xfrm>
      </p:grpSpPr>
      <p:sp>
        <p:nvSpPr>
          <p:cNvPr id="558" name="Google Shape;558;p51"/>
          <p:cNvSpPr txBox="1"/>
          <p:nvPr>
            <p:ph idx="1" type="body"/>
          </p:nvPr>
        </p:nvSpPr>
        <p:spPr>
          <a:xfrm>
            <a:off x="311700" y="4080225"/>
            <a:ext cx="4027500" cy="9261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59" name="Google Shape;559;p51"/>
          <p:cNvSpPr/>
          <p:nvPr>
            <p:ph idx="2" type="pic"/>
          </p:nvPr>
        </p:nvSpPr>
        <p:spPr>
          <a:xfrm>
            <a:off x="4804825" y="1133300"/>
            <a:ext cx="4027500" cy="2392800"/>
          </a:xfrm>
          <a:prstGeom prst="rect">
            <a:avLst/>
          </a:prstGeom>
          <a:noFill/>
          <a:ln>
            <a:noFill/>
          </a:ln>
        </p:spPr>
      </p:sp>
      <p:sp>
        <p:nvSpPr>
          <p:cNvPr id="560" name="Google Shape;560;p51"/>
          <p:cNvSpPr/>
          <p:nvPr>
            <p:ph idx="3" type="pic"/>
          </p:nvPr>
        </p:nvSpPr>
        <p:spPr>
          <a:xfrm>
            <a:off x="311725" y="1133300"/>
            <a:ext cx="4027500" cy="2392800"/>
          </a:xfrm>
          <a:prstGeom prst="rect">
            <a:avLst/>
          </a:prstGeom>
          <a:noFill/>
          <a:ln>
            <a:noFill/>
          </a:ln>
        </p:spPr>
      </p:sp>
      <p:sp>
        <p:nvSpPr>
          <p:cNvPr id="561" name="Google Shape;561;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2" name="Google Shape;562;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63" name="Google Shape;563;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64" name="Google Shape;564;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65" name="Shape 565"/>
        <p:cNvGrpSpPr/>
        <p:nvPr/>
      </p:nvGrpSpPr>
      <p:grpSpPr>
        <a:xfrm>
          <a:off x="0" y="0"/>
          <a:ext cx="0" cy="0"/>
          <a:chOff x="0" y="0"/>
          <a:chExt cx="0" cy="0"/>
        </a:xfrm>
      </p:grpSpPr>
      <p:sp>
        <p:nvSpPr>
          <p:cNvPr id="566" name="Google Shape;566;p52"/>
          <p:cNvSpPr txBox="1"/>
          <p:nvPr>
            <p:ph idx="1" type="body"/>
          </p:nvPr>
        </p:nvSpPr>
        <p:spPr>
          <a:xfrm>
            <a:off x="311700" y="3911700"/>
            <a:ext cx="2627100" cy="10185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67" name="Google Shape;567;p52"/>
          <p:cNvSpPr/>
          <p:nvPr>
            <p:ph idx="2" type="pic"/>
          </p:nvPr>
        </p:nvSpPr>
        <p:spPr>
          <a:xfrm>
            <a:off x="6205225" y="1128325"/>
            <a:ext cx="2627100" cy="2273100"/>
          </a:xfrm>
          <a:prstGeom prst="rect">
            <a:avLst/>
          </a:prstGeom>
          <a:noFill/>
          <a:ln>
            <a:noFill/>
          </a:ln>
        </p:spPr>
      </p:sp>
      <p:sp>
        <p:nvSpPr>
          <p:cNvPr id="568" name="Google Shape;568;p52"/>
          <p:cNvSpPr/>
          <p:nvPr>
            <p:ph idx="3" type="pic"/>
          </p:nvPr>
        </p:nvSpPr>
        <p:spPr>
          <a:xfrm>
            <a:off x="311725" y="1128325"/>
            <a:ext cx="2627100" cy="2273100"/>
          </a:xfrm>
          <a:prstGeom prst="rect">
            <a:avLst/>
          </a:prstGeom>
          <a:noFill/>
          <a:ln>
            <a:noFill/>
          </a:ln>
        </p:spPr>
      </p:sp>
      <p:sp>
        <p:nvSpPr>
          <p:cNvPr id="569" name="Google Shape;569;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70" name="Google Shape;570;p52"/>
          <p:cNvSpPr/>
          <p:nvPr>
            <p:ph idx="5" type="pic"/>
          </p:nvPr>
        </p:nvSpPr>
        <p:spPr>
          <a:xfrm>
            <a:off x="3255250" y="1128325"/>
            <a:ext cx="2627100" cy="2273100"/>
          </a:xfrm>
          <a:prstGeom prst="rect">
            <a:avLst/>
          </a:prstGeom>
          <a:noFill/>
          <a:ln>
            <a:noFill/>
          </a:ln>
        </p:spPr>
      </p:sp>
      <p:sp>
        <p:nvSpPr>
          <p:cNvPr id="571" name="Google Shape;571;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72" name="Google Shape;572;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73" name="Google Shape;573;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74" name="Google Shape;574;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75" name="Google Shape;575;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76" name="Shape 576"/>
        <p:cNvGrpSpPr/>
        <p:nvPr/>
      </p:nvGrpSpPr>
      <p:grpSpPr>
        <a:xfrm>
          <a:off x="0" y="0"/>
          <a:ext cx="0" cy="0"/>
          <a:chOff x="0" y="0"/>
          <a:chExt cx="0" cy="0"/>
        </a:xfrm>
      </p:grpSpPr>
      <p:sp>
        <p:nvSpPr>
          <p:cNvPr id="577" name="Google Shape;577;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78" name="Shape 578"/>
        <p:cNvGrpSpPr/>
        <p:nvPr/>
      </p:nvGrpSpPr>
      <p:grpSpPr>
        <a:xfrm>
          <a:off x="0" y="0"/>
          <a:ext cx="0" cy="0"/>
          <a:chOff x="0" y="0"/>
          <a:chExt cx="0" cy="0"/>
        </a:xfrm>
      </p:grpSpPr>
      <p:sp>
        <p:nvSpPr>
          <p:cNvPr id="579" name="Google Shape;579;p54"/>
          <p:cNvSpPr/>
          <p:nvPr>
            <p:ph idx="2" type="pic"/>
          </p:nvPr>
        </p:nvSpPr>
        <p:spPr>
          <a:xfrm>
            <a:off x="3389600" y="118913"/>
            <a:ext cx="1643700" cy="1535100"/>
          </a:xfrm>
          <a:prstGeom prst="rect">
            <a:avLst/>
          </a:prstGeom>
          <a:noFill/>
          <a:ln>
            <a:noFill/>
          </a:ln>
        </p:spPr>
      </p:sp>
      <p:sp>
        <p:nvSpPr>
          <p:cNvPr id="580" name="Google Shape;580;p54"/>
          <p:cNvSpPr/>
          <p:nvPr>
            <p:ph idx="3" type="pic"/>
          </p:nvPr>
        </p:nvSpPr>
        <p:spPr>
          <a:xfrm>
            <a:off x="5195935" y="118913"/>
            <a:ext cx="1643700" cy="1535100"/>
          </a:xfrm>
          <a:prstGeom prst="rect">
            <a:avLst/>
          </a:prstGeom>
          <a:noFill/>
          <a:ln>
            <a:noFill/>
          </a:ln>
        </p:spPr>
      </p:sp>
      <p:sp>
        <p:nvSpPr>
          <p:cNvPr id="581" name="Google Shape;581;p54"/>
          <p:cNvSpPr/>
          <p:nvPr>
            <p:ph idx="4" type="pic"/>
          </p:nvPr>
        </p:nvSpPr>
        <p:spPr>
          <a:xfrm>
            <a:off x="7002270" y="118913"/>
            <a:ext cx="1643700" cy="1535100"/>
          </a:xfrm>
          <a:prstGeom prst="rect">
            <a:avLst/>
          </a:prstGeom>
          <a:noFill/>
          <a:ln>
            <a:noFill/>
          </a:ln>
        </p:spPr>
      </p:sp>
      <p:sp>
        <p:nvSpPr>
          <p:cNvPr id="582" name="Google Shape;582;p54"/>
          <p:cNvSpPr/>
          <p:nvPr>
            <p:ph idx="5" type="pic"/>
          </p:nvPr>
        </p:nvSpPr>
        <p:spPr>
          <a:xfrm>
            <a:off x="3389588" y="1804212"/>
            <a:ext cx="1643700" cy="1535100"/>
          </a:xfrm>
          <a:prstGeom prst="rect">
            <a:avLst/>
          </a:prstGeom>
          <a:noFill/>
          <a:ln>
            <a:noFill/>
          </a:ln>
        </p:spPr>
      </p:sp>
      <p:sp>
        <p:nvSpPr>
          <p:cNvPr id="583" name="Google Shape;583;p54"/>
          <p:cNvSpPr/>
          <p:nvPr>
            <p:ph idx="6" type="pic"/>
          </p:nvPr>
        </p:nvSpPr>
        <p:spPr>
          <a:xfrm>
            <a:off x="5195922" y="1804212"/>
            <a:ext cx="1643700" cy="1535100"/>
          </a:xfrm>
          <a:prstGeom prst="rect">
            <a:avLst/>
          </a:prstGeom>
          <a:noFill/>
          <a:ln>
            <a:noFill/>
          </a:ln>
        </p:spPr>
      </p:sp>
      <p:sp>
        <p:nvSpPr>
          <p:cNvPr id="584" name="Google Shape;584;p54"/>
          <p:cNvSpPr/>
          <p:nvPr>
            <p:ph idx="7" type="pic"/>
          </p:nvPr>
        </p:nvSpPr>
        <p:spPr>
          <a:xfrm>
            <a:off x="7002257" y="1804212"/>
            <a:ext cx="1643700" cy="1535100"/>
          </a:xfrm>
          <a:prstGeom prst="rect">
            <a:avLst/>
          </a:prstGeom>
          <a:noFill/>
          <a:ln>
            <a:noFill/>
          </a:ln>
        </p:spPr>
      </p:sp>
      <p:sp>
        <p:nvSpPr>
          <p:cNvPr id="585" name="Google Shape;585;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86" name="Google Shape;586;p54"/>
          <p:cNvSpPr/>
          <p:nvPr>
            <p:ph idx="8" type="pic"/>
          </p:nvPr>
        </p:nvSpPr>
        <p:spPr>
          <a:xfrm>
            <a:off x="3389588" y="3489487"/>
            <a:ext cx="1643700" cy="1535100"/>
          </a:xfrm>
          <a:prstGeom prst="rect">
            <a:avLst/>
          </a:prstGeom>
          <a:noFill/>
          <a:ln>
            <a:noFill/>
          </a:ln>
        </p:spPr>
      </p:sp>
      <p:sp>
        <p:nvSpPr>
          <p:cNvPr id="587" name="Google Shape;587;p54"/>
          <p:cNvSpPr/>
          <p:nvPr>
            <p:ph idx="9" type="pic"/>
          </p:nvPr>
        </p:nvSpPr>
        <p:spPr>
          <a:xfrm>
            <a:off x="5195922" y="3489487"/>
            <a:ext cx="1643700" cy="1535100"/>
          </a:xfrm>
          <a:prstGeom prst="rect">
            <a:avLst/>
          </a:prstGeom>
          <a:noFill/>
          <a:ln>
            <a:noFill/>
          </a:ln>
        </p:spPr>
      </p:sp>
      <p:sp>
        <p:nvSpPr>
          <p:cNvPr id="588" name="Google Shape;588;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theme" Target="../theme/theme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895400"/>
            <a:ext cx="5760600" cy="3016800"/>
          </a:xfrm>
          <a:prstGeom prst="rect">
            <a:avLst/>
          </a:prstGeom>
          <a:noFill/>
          <a:ln>
            <a:noFill/>
          </a:ln>
        </p:spPr>
        <p:txBody>
          <a:bodyPr anchorCtr="0" anchor="t" bIns="91425" lIns="0" spcFirstLastPara="1" rIns="91425" wrap="square" tIns="0">
            <a:spAutoFit/>
          </a:bodyPr>
          <a:lstStyle>
            <a:lvl1pPr indent="-292100" lvl="0" marL="457200">
              <a:lnSpc>
                <a:spcPct val="115000"/>
              </a:lnSpc>
              <a:spcBef>
                <a:spcPts val="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1pPr>
            <a:lvl2pPr indent="-292100" lvl="1" marL="914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2pPr>
            <a:lvl3pPr indent="-292100" lvl="2" marL="1371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3pPr>
            <a:lvl4pPr indent="-292100" lvl="3" marL="18288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4pPr>
            <a:lvl5pPr indent="-292100" lvl="4" marL="22860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5pPr>
            <a:lvl6pPr indent="-292100" lvl="5" marL="27432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6pPr>
            <a:lvl7pPr indent="-292100" lvl="6" marL="3200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7pPr>
            <a:lvl8pPr indent="-292100" lvl="7" marL="3657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8pPr>
            <a:lvl9pPr indent="-292100" lvl="8" marL="4114800">
              <a:lnSpc>
                <a:spcPct val="115000"/>
              </a:lnSpc>
              <a:spcBef>
                <a:spcPts val="800"/>
              </a:spcBef>
              <a:spcAft>
                <a:spcPts val="80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9pPr>
          </a:lstStyle>
          <a:p/>
        </p:txBody>
      </p:sp>
      <p:sp>
        <p:nvSpPr>
          <p:cNvPr id="52" name="Google Shape;52;p13"/>
          <p:cNvSpPr txBox="1"/>
          <p:nvPr>
            <p:ph type="title"/>
          </p:nvPr>
        </p:nvSpPr>
        <p:spPr>
          <a:xfrm>
            <a:off x="188850" y="312400"/>
            <a:ext cx="4469700" cy="449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1pPr>
            <a:lvl2pPr lvl="1">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2pPr>
            <a:lvl3pPr lvl="2">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3pPr>
            <a:lvl4pPr lvl="3">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4pPr>
            <a:lvl5pPr lvl="4">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5pPr>
            <a:lvl6pPr lvl="5">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6pPr>
            <a:lvl7pPr lvl="6">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7pPr>
            <a:lvl8pPr lvl="7">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8pPr>
            <a:lvl9pPr lvl="8">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9pPr>
          </a:lstStyle>
          <a:p/>
        </p:txBody>
      </p:sp>
      <p:sp>
        <p:nvSpPr>
          <p:cNvPr id="53" name="Google Shape;53;p13"/>
          <p:cNvSpPr txBox="1"/>
          <p:nvPr>
            <p:ph idx="2" type="body"/>
          </p:nvPr>
        </p:nvSpPr>
        <p:spPr>
          <a:xfrm>
            <a:off x="4523800" y="1983025"/>
            <a:ext cx="4043400" cy="2478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1pPr>
            <a:lvl2pPr indent="-285750" lvl="1" marL="914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2pPr>
            <a:lvl3pPr indent="-285750" lvl="2" marL="1371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3pPr>
            <a:lvl4pPr indent="-285750" lvl="3" marL="1828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4pPr>
            <a:lvl5pPr indent="-285750" lvl="4" marL="22860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5pPr>
            <a:lvl6pPr indent="-285750" lvl="5" marL="2743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6pPr>
            <a:lvl7pPr indent="-285750" lvl="6" marL="3200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7pPr>
            <a:lvl8pPr indent="-285750" lvl="7" marL="3657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8pPr>
            <a:lvl9pPr indent="-285750" lvl="8" marL="4114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5"/>
          <p:cNvSpPr txBox="1"/>
          <p:nvPr>
            <p:ph type="title"/>
          </p:nvPr>
        </p:nvSpPr>
        <p:spPr>
          <a:xfrm>
            <a:off x="259050" y="2218500"/>
            <a:ext cx="6300300" cy="20508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2000">
                <a:solidFill>
                  <a:schemeClr val="dk2"/>
                </a:solidFill>
              </a:rPr>
              <a:t>JSCOPE Presents…</a:t>
            </a:r>
            <a:endParaRPr b="1"/>
          </a:p>
          <a:p>
            <a:pPr indent="0" lvl="0" marL="0" rtl="0" algn="l">
              <a:spcBef>
                <a:spcPts val="0"/>
              </a:spcBef>
              <a:spcAft>
                <a:spcPts val="0"/>
              </a:spcAft>
              <a:buNone/>
            </a:pPr>
            <a:r>
              <a:rPr b="1" lang="en"/>
              <a:t>Fund Good Deeds</a:t>
            </a:r>
            <a:endParaRPr b="1"/>
          </a:p>
          <a:p>
            <a:pPr indent="0" lvl="0" marL="0" rtl="0" algn="l">
              <a:spcBef>
                <a:spcPts val="0"/>
              </a:spcBef>
              <a:spcAft>
                <a:spcPts val="0"/>
              </a:spcAft>
              <a:buNone/>
            </a:pPr>
            <a:r>
              <a:t/>
            </a:r>
            <a:endParaRPr sz="2000">
              <a:solidFill>
                <a:schemeClr val="dk2"/>
              </a:solidFill>
            </a:endParaRPr>
          </a:p>
        </p:txBody>
      </p:sp>
      <p:sp>
        <p:nvSpPr>
          <p:cNvPr id="594" name="Google Shape;594;p55"/>
          <p:cNvSpPr txBox="1"/>
          <p:nvPr/>
        </p:nvSpPr>
        <p:spPr>
          <a:xfrm>
            <a:off x="259050" y="4093050"/>
            <a:ext cx="7137600" cy="5394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a:solidFill>
                  <a:srgbClr val="999999"/>
                </a:solidFill>
                <a:latin typeface="Red Hat Display"/>
                <a:ea typeface="Red Hat Display"/>
                <a:cs typeface="Red Hat Display"/>
                <a:sym typeface="Red Hat Display"/>
              </a:rPr>
              <a:t>JSCOPE Team:  Connor Bashaw, Oliver Gomes, Jonathan Ho, Patrick Lebeau</a:t>
            </a:r>
            <a:endParaRPr>
              <a:solidFill>
                <a:srgbClr val="999999"/>
              </a:solidFill>
              <a:latin typeface="Red Hat Display"/>
              <a:ea typeface="Red Hat Display"/>
              <a:cs typeface="Red Hat Display"/>
              <a:sym typeface="Red Hat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6"/>
          <p:cNvSpPr txBox="1"/>
          <p:nvPr>
            <p:ph type="title"/>
          </p:nvPr>
        </p:nvSpPr>
        <p:spPr>
          <a:xfrm>
            <a:off x="228600" y="420017"/>
            <a:ext cx="6480300" cy="5172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sz="2400"/>
              <a:t>Team</a:t>
            </a:r>
            <a:endParaRPr sz="2400"/>
          </a:p>
        </p:txBody>
      </p:sp>
      <p:sp>
        <p:nvSpPr>
          <p:cNvPr id="600" name="Google Shape;600;p56"/>
          <p:cNvSpPr txBox="1"/>
          <p:nvPr>
            <p:ph idx="4294967295" type="subTitle"/>
          </p:nvPr>
        </p:nvSpPr>
        <p:spPr>
          <a:xfrm>
            <a:off x="228600" y="1224000"/>
            <a:ext cx="3009900" cy="671400"/>
          </a:xfrm>
          <a:prstGeom prst="rect">
            <a:avLst/>
          </a:prstGeom>
        </p:spPr>
        <p:txBody>
          <a:bodyPr anchorCtr="0" anchor="t" bIns="104475" lIns="104475" spcFirstLastPara="1" rIns="104475" wrap="square" tIns="104475">
            <a:noAutofit/>
          </a:bodyPr>
          <a:lstStyle/>
          <a:p>
            <a:pPr indent="0" lvl="0" marL="0" rtl="0" algn="l">
              <a:spcBef>
                <a:spcPts val="0"/>
              </a:spcBef>
              <a:spcAft>
                <a:spcPts val="0"/>
              </a:spcAft>
              <a:buNone/>
            </a:pPr>
            <a:r>
              <a:rPr b="1" lang="en" sz="2056"/>
              <a:t>Oliver - Model Lead</a:t>
            </a:r>
            <a:endParaRPr b="1" sz="2056"/>
          </a:p>
          <a:p>
            <a:pPr indent="-330200" lvl="0" marL="457200" rtl="0" algn="l">
              <a:spcBef>
                <a:spcPts val="0"/>
              </a:spcBef>
              <a:spcAft>
                <a:spcPts val="0"/>
              </a:spcAft>
              <a:buSzPts val="1600"/>
              <a:buChar char="●"/>
            </a:pPr>
            <a:r>
              <a:rPr lang="en" sz="1600"/>
              <a:t>Need , Funding, Ledger Entities and business Rules</a:t>
            </a:r>
            <a:endParaRPr sz="1600"/>
          </a:p>
        </p:txBody>
      </p:sp>
      <p:sp>
        <p:nvSpPr>
          <p:cNvPr id="601" name="Google Shape;601;p56"/>
          <p:cNvSpPr txBox="1"/>
          <p:nvPr>
            <p:ph idx="4294967295" type="subTitle"/>
          </p:nvPr>
        </p:nvSpPr>
        <p:spPr>
          <a:xfrm>
            <a:off x="228600" y="2750200"/>
            <a:ext cx="4343400" cy="1222500"/>
          </a:xfrm>
          <a:prstGeom prst="rect">
            <a:avLst/>
          </a:prstGeom>
        </p:spPr>
        <p:txBody>
          <a:bodyPr anchorCtr="0" anchor="t" bIns="104475" lIns="104475" spcFirstLastPara="1" rIns="104475" wrap="square" tIns="104475">
            <a:noAutofit/>
          </a:bodyPr>
          <a:lstStyle/>
          <a:p>
            <a:pPr indent="0" lvl="0" marL="0" rtl="0" algn="l">
              <a:spcBef>
                <a:spcPts val="0"/>
              </a:spcBef>
              <a:spcAft>
                <a:spcPts val="0"/>
              </a:spcAft>
              <a:buNone/>
            </a:pPr>
            <a:r>
              <a:rPr b="1" lang="en" sz="2056"/>
              <a:t>Jonathan - Controller Lead</a:t>
            </a:r>
            <a:endParaRPr b="1" sz="2056"/>
          </a:p>
          <a:p>
            <a:pPr indent="-330200" lvl="0" marL="457200" rtl="0" algn="l">
              <a:spcBef>
                <a:spcPts val="0"/>
              </a:spcBef>
              <a:spcAft>
                <a:spcPts val="0"/>
              </a:spcAft>
              <a:buSzPts val="1600"/>
              <a:buChar char="●"/>
            </a:pPr>
            <a:r>
              <a:rPr lang="en" sz="1600"/>
              <a:t>Need Controller, Funding Controller, Master Controller</a:t>
            </a:r>
            <a:endParaRPr sz="1600"/>
          </a:p>
        </p:txBody>
      </p:sp>
      <p:sp>
        <p:nvSpPr>
          <p:cNvPr id="602" name="Google Shape;602;p56"/>
          <p:cNvSpPr txBox="1"/>
          <p:nvPr>
            <p:ph idx="4294967295" type="subTitle"/>
          </p:nvPr>
        </p:nvSpPr>
        <p:spPr>
          <a:xfrm>
            <a:off x="5174875" y="1224000"/>
            <a:ext cx="3583800" cy="671400"/>
          </a:xfrm>
          <a:prstGeom prst="rect">
            <a:avLst/>
          </a:prstGeom>
        </p:spPr>
        <p:txBody>
          <a:bodyPr anchorCtr="0" anchor="t" bIns="104475" lIns="104475" spcFirstLastPara="1" rIns="104475" wrap="square" tIns="104475">
            <a:noAutofit/>
          </a:bodyPr>
          <a:lstStyle/>
          <a:p>
            <a:pPr indent="0" lvl="0" marL="0" rtl="0" algn="l">
              <a:spcBef>
                <a:spcPts val="0"/>
              </a:spcBef>
              <a:spcAft>
                <a:spcPts val="0"/>
              </a:spcAft>
              <a:buNone/>
            </a:pPr>
            <a:r>
              <a:rPr b="1" lang="en" sz="2056"/>
              <a:t>Patrick - Persistence Lead</a:t>
            </a:r>
            <a:endParaRPr b="1" sz="2056"/>
          </a:p>
          <a:p>
            <a:pPr indent="-330200" lvl="0" marL="457200" rtl="0" algn="l">
              <a:spcBef>
                <a:spcPts val="0"/>
              </a:spcBef>
              <a:spcAft>
                <a:spcPts val="0"/>
              </a:spcAft>
              <a:buSzPts val="1600"/>
              <a:buChar char="●"/>
            </a:pPr>
            <a:r>
              <a:rPr lang="en" sz="1600"/>
              <a:t>CSV Load / Save</a:t>
            </a:r>
            <a:endParaRPr sz="1600"/>
          </a:p>
          <a:p>
            <a:pPr indent="-330200" lvl="0" marL="457200" rtl="0" algn="l">
              <a:spcBef>
                <a:spcPts val="0"/>
              </a:spcBef>
              <a:spcAft>
                <a:spcPts val="0"/>
              </a:spcAft>
              <a:buSzPts val="1600"/>
              <a:buChar char="●"/>
            </a:pPr>
            <a:r>
              <a:rPr lang="en" sz="1600"/>
              <a:t>Repositories</a:t>
            </a:r>
            <a:endParaRPr sz="1600"/>
          </a:p>
          <a:p>
            <a:pPr indent="-330200" lvl="0" marL="457200" rtl="0" algn="l">
              <a:spcBef>
                <a:spcPts val="0"/>
              </a:spcBef>
              <a:spcAft>
                <a:spcPts val="0"/>
              </a:spcAft>
              <a:buSzPts val="1600"/>
              <a:buChar char="●"/>
            </a:pPr>
            <a:r>
              <a:rPr lang="en" sz="1600"/>
              <a:t>Data integrity</a:t>
            </a:r>
            <a:endParaRPr sz="1600"/>
          </a:p>
        </p:txBody>
      </p:sp>
      <p:sp>
        <p:nvSpPr>
          <p:cNvPr id="603" name="Google Shape;603;p56"/>
          <p:cNvSpPr txBox="1"/>
          <p:nvPr>
            <p:ph idx="4294967295" type="subTitle"/>
          </p:nvPr>
        </p:nvSpPr>
        <p:spPr>
          <a:xfrm>
            <a:off x="5174875" y="2750200"/>
            <a:ext cx="3880800" cy="844200"/>
          </a:xfrm>
          <a:prstGeom prst="rect">
            <a:avLst/>
          </a:prstGeom>
        </p:spPr>
        <p:txBody>
          <a:bodyPr anchorCtr="0" anchor="t" bIns="104475" lIns="104475" spcFirstLastPara="1" rIns="104475" wrap="square" tIns="104475">
            <a:noAutofit/>
          </a:bodyPr>
          <a:lstStyle/>
          <a:p>
            <a:pPr indent="0" lvl="0" marL="0" rtl="0" algn="l">
              <a:spcBef>
                <a:spcPts val="0"/>
              </a:spcBef>
              <a:spcAft>
                <a:spcPts val="0"/>
              </a:spcAft>
              <a:buNone/>
            </a:pPr>
            <a:r>
              <a:rPr b="1" lang="en" sz="2056"/>
              <a:t>Connor - View Lead + PM</a:t>
            </a:r>
            <a:endParaRPr b="1" sz="2056"/>
          </a:p>
          <a:p>
            <a:pPr indent="-330200" lvl="0" marL="457200" rtl="0" algn="l">
              <a:spcBef>
                <a:spcPts val="0"/>
              </a:spcBef>
              <a:spcAft>
                <a:spcPts val="0"/>
              </a:spcAft>
              <a:buSzPts val="1600"/>
              <a:buChar char="●"/>
            </a:pPr>
            <a:r>
              <a:rPr lang="en" sz="1600"/>
              <a:t>Swing UI, CLI, story breakdowns, pacing.</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We’re Solving</a:t>
            </a:r>
            <a:endParaRPr/>
          </a:p>
          <a:p>
            <a:pPr indent="0" lvl="0" marL="0" rtl="0" algn="l">
              <a:spcBef>
                <a:spcPts val="0"/>
              </a:spcBef>
              <a:spcAft>
                <a:spcPts val="0"/>
              </a:spcAft>
              <a:buNone/>
            </a:pPr>
            <a:r>
              <a:t/>
            </a:r>
            <a:endParaRPr/>
          </a:p>
        </p:txBody>
      </p:sp>
      <p:sp>
        <p:nvSpPr>
          <p:cNvPr id="609" name="Google Shape;609;p5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Expand Fund Good Deeds App with funding sub system</a:t>
            </a:r>
            <a:endParaRPr sz="1600"/>
          </a:p>
          <a:p>
            <a:pPr indent="-330200" lvl="0" marL="457200" rtl="0" algn="l">
              <a:spcBef>
                <a:spcPts val="0"/>
              </a:spcBef>
              <a:spcAft>
                <a:spcPts val="0"/>
              </a:spcAft>
              <a:buSzPts val="1600"/>
              <a:buChar char="●"/>
            </a:pPr>
            <a:r>
              <a:rPr lang="en" sz="1600"/>
              <a:t>Implement new repos, and Master Controller to coordinate workflow</a:t>
            </a:r>
            <a:endParaRPr sz="1600"/>
          </a:p>
          <a:p>
            <a:pPr indent="-330200" lvl="0" marL="457200" rtl="0" algn="l">
              <a:spcBef>
                <a:spcPts val="0"/>
              </a:spcBef>
              <a:spcAft>
                <a:spcPts val="0"/>
              </a:spcAft>
              <a:buSzPts val="1600"/>
              <a:buChar char="●"/>
            </a:pPr>
            <a:r>
              <a:rPr lang="en" sz="1600"/>
              <a:t>Add GUI Functionality</a:t>
            </a:r>
            <a:endParaRPr sz="1600"/>
          </a:p>
          <a:p>
            <a:pPr indent="-330200" lvl="0" marL="457200" rtl="0" algn="l">
              <a:spcBef>
                <a:spcPts val="0"/>
              </a:spcBef>
              <a:spcAft>
                <a:spcPts val="0"/>
              </a:spcAft>
              <a:buSzPts val="1600"/>
              <a:buChar char="●"/>
            </a:pPr>
            <a:r>
              <a:rPr lang="en" sz="1600"/>
              <a:t>Update Architecture diagrams</a:t>
            </a:r>
            <a:endParaRPr sz="1600"/>
          </a:p>
          <a:p>
            <a:pPr indent="-330200" lvl="0" marL="457200" rtl="0" algn="l">
              <a:spcBef>
                <a:spcPts val="0"/>
              </a:spcBef>
              <a:spcAft>
                <a:spcPts val="0"/>
              </a:spcAft>
              <a:buSzPts val="1600"/>
              <a:buChar char="●"/>
            </a:pPr>
            <a:r>
              <a:rPr lang="en" sz="1600"/>
              <a:t>Maintain MVC Compliance</a:t>
            </a:r>
            <a:endParaRPr sz="1600"/>
          </a:p>
          <a:p>
            <a:pPr indent="-330200" lvl="0" marL="457200" rtl="0" algn="l">
              <a:spcBef>
                <a:spcPts val="0"/>
              </a:spcBef>
              <a:spcAft>
                <a:spcPts val="0"/>
              </a:spcAft>
              <a:buSzPts val="1600"/>
              <a:buChar char="●"/>
            </a:pPr>
            <a:r>
              <a:rPr lang="en" sz="1600"/>
              <a:t>Follow V2 Requirements from site.</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R2 Solution</a:t>
            </a:r>
            <a:endParaRPr/>
          </a:p>
        </p:txBody>
      </p:sp>
      <p:sp>
        <p:nvSpPr>
          <p:cNvPr id="615" name="Google Shape;615;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Funding Source Implementation</a:t>
            </a:r>
            <a:endParaRPr/>
          </a:p>
          <a:p>
            <a:pPr indent="-304800" lvl="1" marL="914400" rtl="0" algn="l">
              <a:spcBef>
                <a:spcPts val="0"/>
              </a:spcBef>
              <a:spcAft>
                <a:spcPts val="0"/>
              </a:spcAft>
              <a:buSzPts val="1200"/>
              <a:buChar char="○"/>
            </a:pPr>
            <a:r>
              <a:rPr lang="en"/>
              <a:t>Funding Controller, and Funding Repository</a:t>
            </a:r>
            <a:endParaRPr/>
          </a:p>
          <a:p>
            <a:pPr indent="-317500" lvl="0" marL="457200" rtl="0" algn="l">
              <a:spcBef>
                <a:spcPts val="0"/>
              </a:spcBef>
              <a:spcAft>
                <a:spcPts val="0"/>
              </a:spcAft>
              <a:buSzPts val="1400"/>
              <a:buChar char="●"/>
            </a:pPr>
            <a:r>
              <a:rPr lang="en"/>
              <a:t>Master Controller for  cross subsystem actions</a:t>
            </a:r>
            <a:endParaRPr/>
          </a:p>
          <a:p>
            <a:pPr indent="-317500" lvl="0" marL="457200" rtl="0" algn="l">
              <a:spcBef>
                <a:spcPts val="0"/>
              </a:spcBef>
              <a:spcAft>
                <a:spcPts val="0"/>
              </a:spcAft>
              <a:buSzPts val="1400"/>
              <a:buChar char="●"/>
            </a:pPr>
            <a:r>
              <a:rPr lang="en"/>
              <a:t>Need and Funding allocation actions</a:t>
            </a:r>
            <a:endParaRPr/>
          </a:p>
          <a:p>
            <a:pPr indent="-317500" lvl="0" marL="457200" rtl="0" algn="l">
              <a:spcBef>
                <a:spcPts val="0"/>
              </a:spcBef>
              <a:spcAft>
                <a:spcPts val="0"/>
              </a:spcAft>
              <a:buSzPts val="1400"/>
              <a:buChar char="●"/>
            </a:pPr>
            <a:r>
              <a:rPr lang="en"/>
              <a:t>Swing UI Implementation</a:t>
            </a:r>
            <a:endParaRPr/>
          </a:p>
          <a:p>
            <a:pPr indent="-317500" lvl="0" marL="457200" rtl="0" algn="l">
              <a:spcBef>
                <a:spcPts val="0"/>
              </a:spcBef>
              <a:spcAft>
                <a:spcPts val="0"/>
              </a:spcAft>
              <a:buSzPts val="1400"/>
              <a:buChar char="●"/>
            </a:pPr>
            <a:r>
              <a:rPr lang="en"/>
              <a:t>Observer Based UI Refresh</a:t>
            </a:r>
            <a:endParaRPr/>
          </a:p>
          <a:p>
            <a:pPr indent="-317500" lvl="0" marL="457200" rtl="0" algn="l">
              <a:spcBef>
                <a:spcPts val="0"/>
              </a:spcBef>
              <a:spcAft>
                <a:spcPts val="0"/>
              </a:spcAft>
              <a:buSzPts val="1400"/>
              <a:buChar char="●"/>
            </a:pPr>
            <a:r>
              <a:rPr lang="en"/>
              <a:t>Update class + sequence Diagrams</a:t>
            </a:r>
            <a:endParaRPr/>
          </a:p>
        </p:txBody>
      </p:sp>
      <p:pic>
        <p:nvPicPr>
          <p:cNvPr id="616" name="Google Shape;616;p58"/>
          <p:cNvPicPr preferRelativeResize="0"/>
          <p:nvPr/>
        </p:nvPicPr>
        <p:blipFill>
          <a:blip r:embed="rId3">
            <a:alphaModFix/>
          </a:blip>
          <a:stretch>
            <a:fillRect/>
          </a:stretch>
        </p:blipFill>
        <p:spPr>
          <a:xfrm>
            <a:off x="4597351" y="917663"/>
            <a:ext cx="4410899" cy="3308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1000"/>
                                        <p:tgtEl>
                                          <p:spTgt spid="6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9"/>
          <p:cNvSpPr txBox="1"/>
          <p:nvPr>
            <p:ph type="title"/>
          </p:nvPr>
        </p:nvSpPr>
        <p:spPr>
          <a:xfrm>
            <a:off x="311700" y="22605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Architecture Overview (MVC + REPOS)</a:t>
            </a:r>
            <a:endParaRPr/>
          </a:p>
        </p:txBody>
      </p:sp>
      <p:sp>
        <p:nvSpPr>
          <p:cNvPr id="622" name="Google Shape;622;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623" name="Google Shape;623;p59" title="mvcARC.png"/>
          <p:cNvPicPr preferRelativeResize="0"/>
          <p:nvPr/>
        </p:nvPicPr>
        <p:blipFill rotWithShape="1">
          <a:blip r:embed="rId3">
            <a:alphaModFix/>
          </a:blip>
          <a:srcRect b="22412" l="0" r="0" t="22246"/>
          <a:stretch/>
        </p:blipFill>
        <p:spPr>
          <a:xfrm>
            <a:off x="534537" y="676299"/>
            <a:ext cx="8074932" cy="43687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0"/>
          <p:cNvSpPr txBox="1"/>
          <p:nvPr>
            <p:ph type="title"/>
          </p:nvPr>
        </p:nvSpPr>
        <p:spPr>
          <a:xfrm>
            <a:off x="311700" y="228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Subsystem Breakdown</a:t>
            </a:r>
            <a:endParaRPr/>
          </a:p>
        </p:txBody>
      </p:sp>
      <p:pic>
        <p:nvPicPr>
          <p:cNvPr id="629" name="Google Shape;629;p60" title="subsystems.png"/>
          <p:cNvPicPr preferRelativeResize="0"/>
          <p:nvPr/>
        </p:nvPicPr>
        <p:blipFill rotWithShape="1">
          <a:blip r:embed="rId3">
            <a:alphaModFix/>
          </a:blip>
          <a:srcRect b="25140" l="0" r="0" t="25283"/>
          <a:stretch/>
        </p:blipFill>
        <p:spPr>
          <a:xfrm>
            <a:off x="1085674" y="801300"/>
            <a:ext cx="6972662" cy="42382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View + Controller </a:t>
            </a:r>
            <a:endParaRPr/>
          </a:p>
          <a:p>
            <a:pPr indent="0" lvl="0" marL="0" rtl="0" algn="l">
              <a:spcBef>
                <a:spcPts val="0"/>
              </a:spcBef>
              <a:spcAft>
                <a:spcPts val="0"/>
              </a:spcAft>
              <a:buNone/>
            </a:pPr>
            <a:r>
              <a:rPr lang="en"/>
              <a:t>Relationship </a:t>
            </a:r>
            <a:endParaRPr/>
          </a:p>
        </p:txBody>
      </p:sp>
      <p:pic>
        <p:nvPicPr>
          <p:cNvPr id="635" name="Google Shape;635;p61" title="classDiagram.png"/>
          <p:cNvPicPr preferRelativeResize="0"/>
          <p:nvPr/>
        </p:nvPicPr>
        <p:blipFill rotWithShape="1">
          <a:blip r:embed="rId3">
            <a:alphaModFix/>
          </a:blip>
          <a:srcRect b="59799" l="15782" r="14719" t="5014"/>
          <a:stretch/>
        </p:blipFill>
        <p:spPr>
          <a:xfrm>
            <a:off x="2867353" y="228600"/>
            <a:ext cx="6099696" cy="4683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pic>
        <p:nvPicPr>
          <p:cNvPr id="640" name="Google Shape;640;p62" title="classDiagram.png"/>
          <p:cNvPicPr preferRelativeResize="0"/>
          <p:nvPr/>
        </p:nvPicPr>
        <p:blipFill rotWithShape="1">
          <a:blip r:embed="rId3">
            <a:alphaModFix/>
          </a:blip>
          <a:srcRect b="4707" l="0" r="0" t="39386"/>
          <a:stretch/>
        </p:blipFill>
        <p:spPr>
          <a:xfrm>
            <a:off x="2814352" y="110975"/>
            <a:ext cx="5935524" cy="5032526"/>
          </a:xfrm>
          <a:prstGeom prst="rect">
            <a:avLst/>
          </a:prstGeom>
          <a:noFill/>
          <a:ln>
            <a:noFill/>
          </a:ln>
        </p:spPr>
      </p:pic>
      <p:sp>
        <p:nvSpPr>
          <p:cNvPr id="641" name="Google Shape;641;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Controller + Model </a:t>
            </a:r>
            <a:endParaRPr/>
          </a:p>
          <a:p>
            <a:pPr indent="0" lvl="0" marL="0" rtl="0" algn="l">
              <a:spcBef>
                <a:spcPts val="0"/>
              </a:spcBef>
              <a:spcAft>
                <a:spcPts val="0"/>
              </a:spcAft>
              <a:buNone/>
            </a:pPr>
            <a:r>
              <a:rPr lang="en"/>
              <a:t>Relationship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63"/>
          <p:cNvSpPr txBox="1"/>
          <p:nvPr>
            <p:ph type="title"/>
          </p:nvPr>
        </p:nvSpPr>
        <p:spPr>
          <a:xfrm>
            <a:off x="311700" y="228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Sequence Diagram Add Funding Source</a:t>
            </a:r>
            <a:endParaRPr/>
          </a:p>
        </p:txBody>
      </p:sp>
      <p:sp>
        <p:nvSpPr>
          <p:cNvPr id="647" name="Google Shape;647;p6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648" name="Google Shape;648;p63" title="add_funding_source.png"/>
          <p:cNvPicPr preferRelativeResize="0"/>
          <p:nvPr/>
        </p:nvPicPr>
        <p:blipFill rotWithShape="1">
          <a:blip r:embed="rId3">
            <a:alphaModFix/>
          </a:blip>
          <a:srcRect b="23776" l="0" r="0" t="22076"/>
          <a:stretch/>
        </p:blipFill>
        <p:spPr>
          <a:xfrm>
            <a:off x="97850" y="719450"/>
            <a:ext cx="8948301" cy="4282455"/>
          </a:xfrm>
          <a:prstGeom prst="rect">
            <a:avLst/>
          </a:prstGeom>
          <a:noFill/>
          <a:ln>
            <a:noFill/>
          </a:ln>
        </p:spPr>
      </p:pic>
      <p:sp>
        <p:nvSpPr>
          <p:cNvPr id="649" name="Google Shape;649;p63"/>
          <p:cNvSpPr txBox="1"/>
          <p:nvPr/>
        </p:nvSpPr>
        <p:spPr>
          <a:xfrm>
            <a:off x="7513400" y="243525"/>
            <a:ext cx="1490700" cy="323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800">
                <a:solidFill>
                  <a:schemeClr val="lt1"/>
                </a:solidFill>
                <a:latin typeface="Red Hat Display"/>
                <a:ea typeface="Red Hat Display"/>
                <a:cs typeface="Red Hat Display"/>
                <a:sym typeface="Red Hat Display"/>
              </a:rPr>
              <a:t>*Observer Views = GUI or CLI classes</a:t>
            </a:r>
            <a:endParaRPr sz="800">
              <a:solidFill>
                <a:schemeClr val="lt1"/>
              </a:solidFill>
              <a:latin typeface="Red Hat Display"/>
              <a:ea typeface="Red Hat Display"/>
              <a:cs typeface="Red Hat Display"/>
              <a:sym typeface="Red Hat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Live Demo</a:t>
            </a:r>
            <a:endParaRPr/>
          </a:p>
        </p:txBody>
      </p:sp>
      <p:sp>
        <p:nvSpPr>
          <p:cNvPr id="655" name="Google Shape;655;p6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Load needs + funding from csv</a:t>
            </a:r>
            <a:endParaRPr/>
          </a:p>
          <a:p>
            <a:pPr indent="0" lvl="0" marL="0" rtl="0" algn="l">
              <a:spcBef>
                <a:spcPts val="0"/>
              </a:spcBef>
              <a:spcAft>
                <a:spcPts val="0"/>
              </a:spcAft>
              <a:buNone/>
            </a:pPr>
            <a:r>
              <a:rPr lang="en"/>
              <a:t>Add new funding source</a:t>
            </a:r>
            <a:endParaRPr/>
          </a:p>
          <a:p>
            <a:pPr indent="0" lvl="0" marL="0" rtl="0" algn="l">
              <a:spcBef>
                <a:spcPts val="0"/>
              </a:spcBef>
              <a:spcAft>
                <a:spcPts val="0"/>
              </a:spcAft>
              <a:buNone/>
            </a:pPr>
            <a:r>
              <a:rPr lang="en"/>
              <a:t>Allocate funding</a:t>
            </a:r>
            <a:endParaRPr/>
          </a:p>
          <a:p>
            <a:pPr indent="0" lvl="0" marL="0" rtl="0" algn="l">
              <a:spcBef>
                <a:spcPts val="0"/>
              </a:spcBef>
              <a:spcAft>
                <a:spcPts val="0"/>
              </a:spcAft>
              <a:buNone/>
            </a:pPr>
            <a:r>
              <a:rPr lang="en"/>
              <a:t>Show updated gui response</a:t>
            </a:r>
            <a:endParaRPr/>
          </a:p>
          <a:p>
            <a:pPr indent="0" lvl="0" marL="0" rtl="0" algn="l">
              <a:spcBef>
                <a:spcPts val="0"/>
              </a:spcBef>
              <a:spcAft>
                <a:spcPts val="0"/>
              </a:spcAft>
              <a:buNone/>
            </a:pPr>
            <a:r>
              <a:rPr lang="en"/>
              <a:t>Show ui persistence validation</a:t>
            </a:r>
            <a:endParaRPr/>
          </a:p>
          <a:p>
            <a:pPr indent="0" lvl="0" marL="0" rtl="0" algn="l">
              <a:spcBef>
                <a:spcPts val="0"/>
              </a:spcBef>
              <a:spcAft>
                <a:spcPts val="0"/>
              </a:spcAft>
              <a:buNone/>
            </a:pPr>
            <a:r>
              <a:t/>
            </a:r>
            <a:endParaRPr/>
          </a:p>
          <a:p>
            <a:pPr indent="-285750" lvl="0" marL="457200" rtl="0" algn="l">
              <a:spcBef>
                <a:spcPts val="0"/>
              </a:spcBef>
              <a:spcAft>
                <a:spcPts val="0"/>
              </a:spcAft>
              <a:buSzPts val="900"/>
              <a:buChar char="●"/>
            </a:pPr>
            <a:r>
              <a:rPr lang="en"/>
              <a:t>Open and launch app with maven commands</a:t>
            </a:r>
            <a:endParaRPr/>
          </a:p>
          <a:p>
            <a:pPr indent="-285750" lvl="0" marL="457200" rtl="0" algn="l">
              <a:spcBef>
                <a:spcPts val="0"/>
              </a:spcBef>
              <a:spcAft>
                <a:spcPts val="0"/>
              </a:spcAft>
              <a:buSzPts val="900"/>
              <a:buChar char="●"/>
            </a:pPr>
            <a:r>
              <a:rPr lang="en"/>
              <a:t>Show needs and </a:t>
            </a:r>
            <a:r>
              <a:rPr lang="en"/>
              <a:t>bundle page</a:t>
            </a:r>
            <a:endParaRPr/>
          </a:p>
          <a:p>
            <a:pPr indent="-285750" lvl="1" marL="914400" rtl="0" algn="l">
              <a:spcBef>
                <a:spcPts val="0"/>
              </a:spcBef>
              <a:spcAft>
                <a:spcPts val="0"/>
              </a:spcAft>
              <a:buSzPts val="900"/>
              <a:buChar char="○"/>
            </a:pPr>
            <a:r>
              <a:rPr lang="en"/>
              <a:t>Create a need/bundle</a:t>
            </a:r>
            <a:endParaRPr/>
          </a:p>
          <a:p>
            <a:pPr indent="-285750" lvl="2" marL="1371600" rtl="0" algn="l">
              <a:spcBef>
                <a:spcPts val="0"/>
              </a:spcBef>
              <a:spcAft>
                <a:spcPts val="0"/>
              </a:spcAft>
              <a:buSzPts val="900"/>
              <a:buChar char="■"/>
            </a:pPr>
            <a:r>
              <a:rPr lang="en"/>
              <a:t>Could be as simple as (NEEDTEST / BUNDLETEST)</a:t>
            </a:r>
            <a:endParaRPr/>
          </a:p>
          <a:p>
            <a:pPr indent="-285750" lvl="1" marL="914400" rtl="0" algn="l">
              <a:spcBef>
                <a:spcPts val="0"/>
              </a:spcBef>
              <a:spcAft>
                <a:spcPts val="0"/>
              </a:spcAft>
              <a:buSzPts val="900"/>
              <a:buChar char="○"/>
            </a:pPr>
            <a:r>
              <a:rPr lang="en"/>
              <a:t>Edit a need (name or total cost)/bundle (quantity of a component)</a:t>
            </a:r>
            <a:endParaRPr/>
          </a:p>
          <a:p>
            <a:pPr indent="-285750" lvl="1" marL="914400" rtl="0" algn="l">
              <a:spcBef>
                <a:spcPts val="0"/>
              </a:spcBef>
              <a:spcAft>
                <a:spcPts val="0"/>
              </a:spcAft>
              <a:buSzPts val="900"/>
              <a:buChar char="○"/>
            </a:pPr>
            <a:r>
              <a:rPr lang="en"/>
              <a:t>Delete a need/bundle</a:t>
            </a:r>
            <a:endParaRPr/>
          </a:p>
          <a:p>
            <a:pPr indent="-285750" lvl="0" marL="457200" rtl="0" algn="l">
              <a:spcBef>
                <a:spcPts val="0"/>
              </a:spcBef>
              <a:spcAft>
                <a:spcPts val="0"/>
              </a:spcAft>
              <a:buSzPts val="900"/>
              <a:buChar char="●"/>
            </a:pPr>
            <a:r>
              <a:rPr lang="en"/>
              <a:t>Move to funding page </a:t>
            </a:r>
            <a:endParaRPr/>
          </a:p>
          <a:p>
            <a:pPr indent="-285750" lvl="1" marL="914400" rtl="0" algn="l">
              <a:spcBef>
                <a:spcPts val="0"/>
              </a:spcBef>
              <a:spcAft>
                <a:spcPts val="0"/>
              </a:spcAft>
              <a:buSzPts val="900"/>
              <a:buChar char="○"/>
            </a:pPr>
            <a:r>
              <a:rPr lang="en"/>
              <a:t>Add a funding source (FUNDINGTEST or something)</a:t>
            </a:r>
            <a:endParaRPr/>
          </a:p>
          <a:p>
            <a:pPr indent="-285750" lvl="0" marL="457200" rtl="0" algn="l">
              <a:spcBef>
                <a:spcPts val="0"/>
              </a:spcBef>
              <a:spcAft>
                <a:spcPts val="0"/>
              </a:spcAft>
              <a:buSzPts val="900"/>
              <a:buChar char="●"/>
            </a:pPr>
            <a:r>
              <a:rPr lang="en"/>
              <a:t>Move to ledger </a:t>
            </a:r>
            <a:endParaRPr/>
          </a:p>
          <a:p>
            <a:pPr indent="-285750" lvl="1" marL="914400" rtl="0" algn="l">
              <a:spcBef>
                <a:spcPts val="0"/>
              </a:spcBef>
              <a:spcAft>
                <a:spcPts val="0"/>
              </a:spcAft>
              <a:buSzPts val="900"/>
              <a:buChar char="○"/>
            </a:pPr>
            <a:r>
              <a:rPr lang="en"/>
              <a:t>Add a ledger entry (a need/bundle/funding source) to the point the threshold is exceeded</a:t>
            </a:r>
            <a:endParaRPr/>
          </a:p>
          <a:p>
            <a:pPr indent="-285750" lvl="1" marL="914400" rtl="0" algn="l">
              <a:spcBef>
                <a:spcPts val="0"/>
              </a:spcBef>
              <a:spcAft>
                <a:spcPts val="0"/>
              </a:spcAft>
              <a:buSzPts val="900"/>
              <a:buChar char="○"/>
            </a:pPr>
            <a:r>
              <a:rPr lang="en"/>
              <a:t>Change to a future date, and then set a daily threshold or something</a:t>
            </a:r>
            <a:endParaRPr/>
          </a:p>
          <a:p>
            <a:pPr indent="-285750" lvl="0" marL="457200" rtl="0" algn="l">
              <a:spcBef>
                <a:spcPts val="0"/>
              </a:spcBef>
              <a:spcAft>
                <a:spcPts val="0"/>
              </a:spcAft>
              <a:buSzPts val="900"/>
              <a:buChar char="●"/>
            </a:pPr>
            <a:r>
              <a:rPr lang="en"/>
              <a:t>Show the summary that the threshold is exceeded</a:t>
            </a:r>
            <a:endParaRPr/>
          </a:p>
          <a:p>
            <a:pPr indent="-285750" lvl="0" marL="457200" rtl="0" algn="l">
              <a:spcBef>
                <a:spcPts val="0"/>
              </a:spcBef>
              <a:spcAft>
                <a:spcPts val="0"/>
              </a:spcAft>
              <a:buSzPts val="900"/>
              <a:buChar char="●"/>
            </a:pPr>
            <a:r>
              <a:rPr lang="en"/>
              <a:t>Can show persistence with exiting and reentering the app upon savingto show it sticks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Challenges We Hit</a:t>
            </a:r>
            <a:endParaRPr/>
          </a:p>
        </p:txBody>
      </p:sp>
      <p:sp>
        <p:nvSpPr>
          <p:cNvPr id="661" name="Google Shape;661;p6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Ensuring CSV files matched the Specs</a:t>
            </a:r>
            <a:endParaRPr sz="1600"/>
          </a:p>
          <a:p>
            <a:pPr indent="-330200" lvl="0" marL="457200" rtl="0" algn="l">
              <a:spcBef>
                <a:spcPts val="0"/>
              </a:spcBef>
              <a:spcAft>
                <a:spcPts val="0"/>
              </a:spcAft>
              <a:buSzPts val="1600"/>
              <a:buChar char="●"/>
            </a:pPr>
            <a:r>
              <a:rPr lang="en" sz="1600"/>
              <a:t>GUI State Refresh</a:t>
            </a:r>
            <a:endParaRPr sz="1600"/>
          </a:p>
          <a:p>
            <a:pPr indent="-330200" lvl="0" marL="457200" rtl="0" algn="l">
              <a:spcBef>
                <a:spcPts val="0"/>
              </a:spcBef>
              <a:spcAft>
                <a:spcPts val="0"/>
              </a:spcAft>
              <a:buSzPts val="1600"/>
              <a:buChar char="●"/>
            </a:pPr>
            <a:r>
              <a:rPr lang="en" sz="1600"/>
              <a:t>Conflicts during integrations ( model and controller </a:t>
            </a:r>
            <a:r>
              <a:rPr lang="en" sz="1600"/>
              <a:t>expectations</a:t>
            </a:r>
            <a:r>
              <a:rPr lang="en" sz="1600"/>
              <a:t>)</a:t>
            </a:r>
            <a:endParaRPr sz="1600"/>
          </a:p>
          <a:p>
            <a:pPr indent="-330200" lvl="0" marL="457200" rtl="0" algn="l">
              <a:spcBef>
                <a:spcPts val="0"/>
              </a:spcBef>
              <a:spcAft>
                <a:spcPts val="0"/>
              </a:spcAft>
              <a:buSzPts val="1600"/>
              <a:buChar char="●"/>
            </a:pPr>
            <a:r>
              <a:rPr lang="en" sz="1600"/>
              <a:t>Learning to work with Master Controller</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Principles and patterns We Applied</a:t>
            </a:r>
            <a:endParaRPr/>
          </a:p>
        </p:txBody>
      </p:sp>
      <p:sp>
        <p:nvSpPr>
          <p:cNvPr id="667" name="Google Shape;667;p66"/>
          <p:cNvSpPr txBox="1"/>
          <p:nvPr>
            <p:ph idx="1" type="body"/>
          </p:nvPr>
        </p:nvSpPr>
        <p:spPr>
          <a:xfrm>
            <a:off x="311700" y="1152475"/>
            <a:ext cx="4307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sz="1700"/>
              <a:t>Patterns </a:t>
            </a:r>
            <a:endParaRPr b="1" i="1" sz="1700"/>
          </a:p>
          <a:p>
            <a:pPr indent="-336550" lvl="0" marL="457200" rtl="0" algn="l">
              <a:spcBef>
                <a:spcPts val="0"/>
              </a:spcBef>
              <a:spcAft>
                <a:spcPts val="0"/>
              </a:spcAft>
              <a:buSzPts val="1700"/>
              <a:buChar char="●"/>
            </a:pPr>
            <a:r>
              <a:rPr lang="en" sz="1700"/>
              <a:t>Observer</a:t>
            </a:r>
            <a:endParaRPr sz="1700"/>
          </a:p>
          <a:p>
            <a:pPr indent="-336550" lvl="1" marL="914400" rtl="0" algn="l">
              <a:spcBef>
                <a:spcPts val="0"/>
              </a:spcBef>
              <a:spcAft>
                <a:spcPts val="0"/>
              </a:spcAft>
              <a:buSzPts val="1700"/>
              <a:buChar char="○"/>
            </a:pPr>
            <a:r>
              <a:rPr lang="en" sz="1700"/>
              <a:t>Updating based on changes in model</a:t>
            </a:r>
            <a:endParaRPr sz="1700"/>
          </a:p>
          <a:p>
            <a:pPr indent="-336550" lvl="0" marL="457200" rtl="0" algn="l">
              <a:spcBef>
                <a:spcPts val="0"/>
              </a:spcBef>
              <a:spcAft>
                <a:spcPts val="0"/>
              </a:spcAft>
              <a:buSzPts val="1700"/>
              <a:buChar char="●"/>
            </a:pPr>
            <a:r>
              <a:rPr lang="en" sz="1700"/>
              <a:t>Repository Pattern</a:t>
            </a:r>
            <a:endParaRPr sz="1700"/>
          </a:p>
          <a:p>
            <a:pPr indent="-336550" lvl="1" marL="914400" rtl="0" algn="l">
              <a:spcBef>
                <a:spcPts val="0"/>
              </a:spcBef>
              <a:spcAft>
                <a:spcPts val="0"/>
              </a:spcAft>
              <a:buSzPts val="1700"/>
              <a:buChar char="○"/>
            </a:pPr>
            <a:r>
              <a:rPr lang="en" sz="1700"/>
              <a:t>Storage modularity</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p:txBody>
      </p:sp>
      <p:sp>
        <p:nvSpPr>
          <p:cNvPr id="668" name="Google Shape;668;p66"/>
          <p:cNvSpPr txBox="1"/>
          <p:nvPr/>
        </p:nvSpPr>
        <p:spPr>
          <a:xfrm>
            <a:off x="4564650" y="2279225"/>
            <a:ext cx="4476300" cy="21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700">
                <a:solidFill>
                  <a:schemeClr val="lt1"/>
                </a:solidFill>
                <a:latin typeface="Red Hat Display"/>
                <a:ea typeface="Red Hat Display"/>
                <a:cs typeface="Red Hat Display"/>
                <a:sym typeface="Red Hat Display"/>
              </a:rPr>
              <a:t>Principles </a:t>
            </a:r>
            <a:endParaRPr b="1" i="1" sz="1700">
              <a:solidFill>
                <a:schemeClr val="lt1"/>
              </a:solidFill>
              <a:latin typeface="Red Hat Display"/>
              <a:ea typeface="Red Hat Display"/>
              <a:cs typeface="Red Hat Display"/>
              <a:sym typeface="Red Hat Display"/>
            </a:endParaRPr>
          </a:p>
          <a:p>
            <a:pPr indent="-336550" lvl="0" marL="457200" rtl="0" algn="l">
              <a:spcBef>
                <a:spcPts val="0"/>
              </a:spcBef>
              <a:spcAft>
                <a:spcPts val="0"/>
              </a:spcAft>
              <a:buClr>
                <a:schemeClr val="lt1"/>
              </a:buClr>
              <a:buSzPts val="1700"/>
              <a:buFont typeface="Red Hat Display"/>
              <a:buChar char="●"/>
            </a:pPr>
            <a:r>
              <a:rPr lang="en" sz="1700">
                <a:solidFill>
                  <a:schemeClr val="lt1"/>
                </a:solidFill>
                <a:latin typeface="Red Hat Display"/>
                <a:ea typeface="Red Hat Display"/>
                <a:cs typeface="Red Hat Display"/>
                <a:sym typeface="Red Hat Display"/>
              </a:rPr>
              <a:t>SRP </a:t>
            </a:r>
            <a:endParaRPr sz="1700">
              <a:solidFill>
                <a:schemeClr val="lt1"/>
              </a:solidFill>
              <a:latin typeface="Red Hat Display"/>
              <a:ea typeface="Red Hat Display"/>
              <a:cs typeface="Red Hat Display"/>
              <a:sym typeface="Red Hat Display"/>
            </a:endParaRPr>
          </a:p>
          <a:p>
            <a:pPr indent="-336550" lvl="0" marL="457200" rtl="0" algn="l">
              <a:spcBef>
                <a:spcPts val="0"/>
              </a:spcBef>
              <a:spcAft>
                <a:spcPts val="0"/>
              </a:spcAft>
              <a:buClr>
                <a:schemeClr val="lt1"/>
              </a:buClr>
              <a:buSzPts val="1700"/>
              <a:buFont typeface="Red Hat Display"/>
              <a:buChar char="●"/>
            </a:pPr>
            <a:r>
              <a:rPr lang="en" sz="1700">
                <a:solidFill>
                  <a:schemeClr val="lt1"/>
                </a:solidFill>
                <a:latin typeface="Red Hat Display"/>
                <a:ea typeface="Red Hat Display"/>
                <a:cs typeface="Red Hat Display"/>
                <a:sym typeface="Red Hat Display"/>
              </a:rPr>
              <a:t>Low Coupling / High Cohesion</a:t>
            </a:r>
            <a:endParaRPr sz="1700">
              <a:solidFill>
                <a:schemeClr val="lt1"/>
              </a:solidFill>
              <a:latin typeface="Red Hat Display"/>
              <a:ea typeface="Red Hat Display"/>
              <a:cs typeface="Red Hat Display"/>
              <a:sym typeface="Red Hat Display"/>
            </a:endParaRPr>
          </a:p>
          <a:p>
            <a:pPr indent="-336550" lvl="1" marL="914400" rtl="0" algn="l">
              <a:spcBef>
                <a:spcPts val="0"/>
              </a:spcBef>
              <a:spcAft>
                <a:spcPts val="0"/>
              </a:spcAft>
              <a:buClr>
                <a:schemeClr val="lt1"/>
              </a:buClr>
              <a:buSzPts val="1700"/>
              <a:buFont typeface="Red Hat Display"/>
              <a:buChar char="○"/>
            </a:pPr>
            <a:r>
              <a:rPr lang="en" sz="1700">
                <a:solidFill>
                  <a:schemeClr val="lt1"/>
                </a:solidFill>
                <a:latin typeface="Red Hat Display"/>
                <a:ea typeface="Red Hat Display"/>
                <a:cs typeface="Red Hat Display"/>
                <a:sym typeface="Red Hat Display"/>
              </a:rPr>
              <a:t>Clear subsystem lines</a:t>
            </a:r>
            <a:endParaRPr sz="1700">
              <a:solidFill>
                <a:schemeClr val="lt1"/>
              </a:solidFill>
              <a:latin typeface="Red Hat Display"/>
              <a:ea typeface="Red Hat Display"/>
              <a:cs typeface="Red Hat Display"/>
              <a:sym typeface="Red Hat Display"/>
            </a:endParaRPr>
          </a:p>
          <a:p>
            <a:pPr indent="-336550" lvl="0" marL="457200" rtl="0" algn="l">
              <a:spcBef>
                <a:spcPts val="0"/>
              </a:spcBef>
              <a:spcAft>
                <a:spcPts val="0"/>
              </a:spcAft>
              <a:buClr>
                <a:schemeClr val="lt1"/>
              </a:buClr>
              <a:buSzPts val="1700"/>
              <a:buFont typeface="Red Hat Display"/>
              <a:buChar char="●"/>
            </a:pPr>
            <a:r>
              <a:rPr lang="en" sz="1700">
                <a:solidFill>
                  <a:schemeClr val="lt1"/>
                </a:solidFill>
                <a:latin typeface="Red Hat Display"/>
                <a:ea typeface="Red Hat Display"/>
                <a:cs typeface="Red Hat Display"/>
                <a:sym typeface="Red Hat Display"/>
              </a:rPr>
              <a:t>DRY </a:t>
            </a:r>
            <a:endParaRPr sz="1700">
              <a:solidFill>
                <a:schemeClr val="lt1"/>
              </a:solidFill>
              <a:latin typeface="Red Hat Display"/>
              <a:ea typeface="Red Hat Display"/>
              <a:cs typeface="Red Hat Display"/>
              <a:sym typeface="Red Hat Display"/>
            </a:endParaRPr>
          </a:p>
          <a:p>
            <a:pPr indent="-336550" lvl="1" marL="914400" rtl="0" algn="l">
              <a:spcBef>
                <a:spcPts val="0"/>
              </a:spcBef>
              <a:spcAft>
                <a:spcPts val="0"/>
              </a:spcAft>
              <a:buClr>
                <a:schemeClr val="lt1"/>
              </a:buClr>
              <a:buSzPts val="1700"/>
              <a:buFont typeface="Red Hat Display"/>
              <a:buChar char="○"/>
            </a:pPr>
            <a:r>
              <a:rPr lang="en" sz="1700">
                <a:solidFill>
                  <a:schemeClr val="lt1"/>
                </a:solidFill>
                <a:latin typeface="Red Hat Display"/>
                <a:ea typeface="Red Hat Display"/>
                <a:cs typeface="Red Hat Display"/>
                <a:sym typeface="Red Hat Display"/>
              </a:rPr>
              <a:t>Shared Helper Methods</a:t>
            </a:r>
            <a:endParaRPr sz="1000">
              <a:solidFill>
                <a:schemeClr val="lt1"/>
              </a:solidFill>
              <a:latin typeface="Red Hat Display"/>
              <a:ea typeface="Red Hat Display"/>
              <a:cs typeface="Red Hat Display"/>
              <a:sym typeface="Red Hat Displ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Improvements Going Forward to R3</a:t>
            </a:r>
            <a:endParaRPr/>
          </a:p>
        </p:txBody>
      </p:sp>
      <p:sp>
        <p:nvSpPr>
          <p:cNvPr id="674" name="Google Shape;674;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Refactor gui to have less “</a:t>
            </a:r>
            <a:r>
              <a:rPr lang="en" sz="1600"/>
              <a:t>repetitive</a:t>
            </a:r>
            <a:r>
              <a:rPr lang="en" sz="1600"/>
              <a:t>” looking code</a:t>
            </a:r>
            <a:endParaRPr sz="1600"/>
          </a:p>
          <a:p>
            <a:pPr indent="-330200" lvl="0" marL="457200" rtl="0" algn="l">
              <a:spcBef>
                <a:spcPts val="0"/>
              </a:spcBef>
              <a:spcAft>
                <a:spcPts val="0"/>
              </a:spcAft>
              <a:buSzPts val="1600"/>
              <a:buChar char="●"/>
            </a:pPr>
            <a:r>
              <a:rPr lang="en" sz="1600"/>
              <a:t>Improve UX</a:t>
            </a:r>
            <a:endParaRPr sz="1600"/>
          </a:p>
          <a:p>
            <a:pPr indent="-330200" lvl="0" marL="457200" rtl="0" algn="l">
              <a:spcBef>
                <a:spcPts val="0"/>
              </a:spcBef>
              <a:spcAft>
                <a:spcPts val="0"/>
              </a:spcAft>
              <a:buSzPts val="1600"/>
              <a:buChar char="●"/>
            </a:pPr>
            <a:r>
              <a:rPr lang="en" sz="1600"/>
              <a:t>Try as a web service with HTML display</a:t>
            </a:r>
            <a:endParaRPr sz="1600"/>
          </a:p>
          <a:p>
            <a:pPr indent="-330200" lvl="0" marL="457200" rtl="0" algn="l">
              <a:spcBef>
                <a:spcPts val="0"/>
              </a:spcBef>
              <a:spcAft>
                <a:spcPts val="0"/>
              </a:spcAft>
              <a:buSzPts val="1600"/>
              <a:buChar char="●"/>
            </a:pPr>
            <a:r>
              <a:rPr lang="en" sz="1600"/>
              <a:t>Users </a:t>
            </a:r>
            <a:endParaRPr sz="1600"/>
          </a:p>
          <a:p>
            <a:pPr indent="-330200" lvl="1" marL="914400" rtl="0" algn="l">
              <a:spcBef>
                <a:spcPts val="0"/>
              </a:spcBef>
              <a:spcAft>
                <a:spcPts val="0"/>
              </a:spcAft>
              <a:buSzPts val="1600"/>
              <a:buChar char="○"/>
            </a:pPr>
            <a:r>
              <a:rPr lang="en" sz="1600"/>
              <a:t>Splitting Bills with people</a:t>
            </a:r>
            <a:endParaRPr sz="1600"/>
          </a:p>
          <a:p>
            <a:pPr indent="-330200" lvl="1" marL="914400" rtl="0" algn="l">
              <a:spcBef>
                <a:spcPts val="0"/>
              </a:spcBef>
              <a:spcAft>
                <a:spcPts val="0"/>
              </a:spcAft>
              <a:buSzPts val="1600"/>
              <a:buChar char="○"/>
            </a:pPr>
            <a:r>
              <a:rPr lang="en" sz="1600"/>
              <a:t>Savings planning for kids educations</a:t>
            </a:r>
            <a:endParaRPr sz="1600"/>
          </a:p>
          <a:p>
            <a:pPr indent="-330200" lvl="0" marL="457200" rtl="0" algn="l">
              <a:spcBef>
                <a:spcPts val="0"/>
              </a:spcBef>
              <a:spcAft>
                <a:spcPts val="0"/>
              </a:spcAft>
              <a:buSzPts val="1600"/>
              <a:buChar char="●"/>
            </a:pPr>
            <a:r>
              <a:rPr lang="en" sz="1600"/>
              <a:t>Introduce repository interfaces for DIP</a:t>
            </a:r>
            <a:endParaRPr sz="1600"/>
          </a:p>
          <a:p>
            <a:pPr indent="0" lvl="0" marL="0" rtl="0" algn="l">
              <a:spcBef>
                <a:spcPts val="0"/>
              </a:spcBef>
              <a:spcAft>
                <a:spcPts val="0"/>
              </a:spcAft>
              <a:buNone/>
            </a:pPr>
            <a:r>
              <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Lessons Learned</a:t>
            </a:r>
            <a:endParaRPr/>
          </a:p>
        </p:txBody>
      </p:sp>
      <p:sp>
        <p:nvSpPr>
          <p:cNvPr id="680" name="Google Shape;680;p6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Subsystem Boundaries Matter</a:t>
            </a:r>
            <a:endParaRPr sz="1600"/>
          </a:p>
          <a:p>
            <a:pPr indent="-330200" lvl="0" marL="457200" rtl="0" algn="l">
              <a:spcBef>
                <a:spcPts val="0"/>
              </a:spcBef>
              <a:spcAft>
                <a:spcPts val="0"/>
              </a:spcAft>
              <a:buSzPts val="1600"/>
              <a:buChar char="●"/>
            </a:pPr>
            <a:r>
              <a:rPr lang="en" sz="1600"/>
              <a:t>Good Diagrams Prevent Design Drift</a:t>
            </a:r>
            <a:endParaRPr sz="1600"/>
          </a:p>
          <a:p>
            <a:pPr indent="-330200" lvl="0" marL="457200" rtl="0" algn="l">
              <a:spcBef>
                <a:spcPts val="0"/>
              </a:spcBef>
              <a:spcAft>
                <a:spcPts val="0"/>
              </a:spcAft>
              <a:buSzPts val="1600"/>
              <a:buChar char="●"/>
            </a:pPr>
            <a:r>
              <a:rPr lang="en" sz="1600"/>
              <a:t>Communication Saves Hours</a:t>
            </a:r>
            <a:endParaRPr sz="1600"/>
          </a:p>
          <a:p>
            <a:pPr indent="-330200" lvl="0" marL="457200" rtl="0" algn="l">
              <a:spcBef>
                <a:spcPts val="0"/>
              </a:spcBef>
              <a:spcAft>
                <a:spcPts val="0"/>
              </a:spcAft>
              <a:buSzPts val="1600"/>
              <a:buChar char="●"/>
            </a:pPr>
            <a:r>
              <a:rPr lang="en" sz="1600"/>
              <a:t>MVC only works if used properly</a:t>
            </a:r>
            <a:endParaRPr sz="1600"/>
          </a:p>
          <a:p>
            <a:pPr indent="-330200" lvl="0" marL="457200" rtl="0" algn="l">
              <a:spcBef>
                <a:spcPts val="0"/>
              </a:spcBef>
              <a:spcAft>
                <a:spcPts val="0"/>
              </a:spcAft>
              <a:buSzPts val="1600"/>
              <a:buChar char="●"/>
            </a:pPr>
            <a:r>
              <a:rPr lang="en" sz="1600"/>
              <a:t>Integration days always take longer than expected</a:t>
            </a:r>
            <a:endParaRPr sz="1600"/>
          </a:p>
          <a:p>
            <a:pPr indent="-330200" lvl="0" marL="457200" rtl="0" algn="l">
              <a:spcBef>
                <a:spcPts val="0"/>
              </a:spcBef>
              <a:spcAft>
                <a:spcPts val="0"/>
              </a:spcAft>
              <a:buSzPts val="1600"/>
              <a:buChar char="●"/>
            </a:pPr>
            <a:r>
              <a:rPr lang="en" sz="1600"/>
              <a:t>Captioning Services are amazing and helped us so much </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9"/>
          <p:cNvSpPr txBox="1"/>
          <p:nvPr>
            <p:ph type="title"/>
          </p:nvPr>
        </p:nvSpPr>
        <p:spPr>
          <a:xfrm>
            <a:off x="2805450" y="1710750"/>
            <a:ext cx="3533100" cy="172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7000"/>
              <a:t>Q &amp; A</a:t>
            </a:r>
            <a:endParaRPr sz="7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vestor Pitch Presentation">
  <a:themeElements>
    <a:clrScheme name="Simple Light">
      <a:dk1>
        <a:srgbClr val="1B1B1B"/>
      </a:dk1>
      <a:lt1>
        <a:srgbClr val="FFFFFF"/>
      </a:lt1>
      <a:dk2>
        <a:srgbClr val="85C086"/>
      </a:dk2>
      <a:lt2>
        <a:srgbClr val="D0E1BE"/>
      </a:lt2>
      <a:accent1>
        <a:srgbClr val="85C085"/>
      </a:accent1>
      <a:accent2>
        <a:srgbClr val="50A350"/>
      </a:accent2>
      <a:accent3>
        <a:srgbClr val="3E863C"/>
      </a:accent3>
      <a:accent4>
        <a:srgbClr val="1E691E"/>
      </a:accent4>
      <a:accent5>
        <a:srgbClr val="074907"/>
      </a:accent5>
      <a:accent6>
        <a:srgbClr val="666666"/>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