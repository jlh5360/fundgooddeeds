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0" r:id="rId4"/>
    <p:sldMasterId id="214748370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Red Hat Display SemiBold"/>
      <p:regular r:id="rId20"/>
      <p:bold r:id="rId21"/>
      <p:italic r:id="rId22"/>
      <p:boldItalic r:id="rId23"/>
    </p:embeddedFont>
    <p:embeddedFont>
      <p:font typeface="Red Hat Display Medium"/>
      <p:regular r:id="rId24"/>
      <p:bold r:id="rId25"/>
      <p:italic r:id="rId26"/>
      <p:boldItalic r:id="rId27"/>
    </p:embeddedFont>
    <p:embeddedFont>
      <p:font typeface="Red Hat Display"/>
      <p:regular r:id="rId28"/>
      <p:bold r:id="rId29"/>
      <p:italic r:id="rId30"/>
      <p:boldItalic r:id="rId31"/>
    </p:embeddedFont>
    <p:embeddedFont>
      <p:font typeface="Roboto Mon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edHatDisplaySemiBold-regular.fntdata"/><Relationship Id="rId22" Type="http://schemas.openxmlformats.org/officeDocument/2006/relationships/font" Target="fonts/RedHatDisplaySemiBold-italic.fntdata"/><Relationship Id="rId21" Type="http://schemas.openxmlformats.org/officeDocument/2006/relationships/font" Target="fonts/RedHatDisplaySemiBold-bold.fntdata"/><Relationship Id="rId24" Type="http://schemas.openxmlformats.org/officeDocument/2006/relationships/font" Target="fonts/RedHatDisplayMedium-regular.fntdata"/><Relationship Id="rId23" Type="http://schemas.openxmlformats.org/officeDocument/2006/relationships/font" Target="fonts/RedHatDisplaySemi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RedHatDisplayMedium-italic.fntdata"/><Relationship Id="rId25" Type="http://schemas.openxmlformats.org/officeDocument/2006/relationships/font" Target="fonts/RedHatDisplayMedium-bold.fntdata"/><Relationship Id="rId28" Type="http://schemas.openxmlformats.org/officeDocument/2006/relationships/font" Target="fonts/RedHatDisplay-regular.fntdata"/><Relationship Id="rId27" Type="http://schemas.openxmlformats.org/officeDocument/2006/relationships/font" Target="fonts/RedHatDisplayMedium-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edHatDisplay-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edHatDisplay-boldItalic.fntdata"/><Relationship Id="rId30" Type="http://schemas.openxmlformats.org/officeDocument/2006/relationships/font" Target="fonts/RedHatDisplay-italic.fntdata"/><Relationship Id="rId11" Type="http://schemas.openxmlformats.org/officeDocument/2006/relationships/slide" Target="slides/slide5.xml"/><Relationship Id="rId33" Type="http://schemas.openxmlformats.org/officeDocument/2006/relationships/font" Target="fonts/RobotoMono-bold.fntdata"/><Relationship Id="rId10" Type="http://schemas.openxmlformats.org/officeDocument/2006/relationships/slide" Target="slides/slide4.xml"/><Relationship Id="rId32" Type="http://schemas.openxmlformats.org/officeDocument/2006/relationships/font" Target="fonts/RobotoMono-regular.fntdata"/><Relationship Id="rId13" Type="http://schemas.openxmlformats.org/officeDocument/2006/relationships/slide" Target="slides/slide7.xml"/><Relationship Id="rId35" Type="http://schemas.openxmlformats.org/officeDocument/2006/relationships/font" Target="fonts/RobotoMono-boldItalic.fntdata"/><Relationship Id="rId12" Type="http://schemas.openxmlformats.org/officeDocument/2006/relationships/slide" Target="slides/slide6.xml"/><Relationship Id="rId34" Type="http://schemas.openxmlformats.org/officeDocument/2006/relationships/font" Target="fonts/RobotoMono-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9fd09305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39fd09305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Connor</a:t>
            </a:r>
            <a:br>
              <a:rPr b="1" lang="en">
                <a:solidFill>
                  <a:schemeClr val="dk1"/>
                </a:solidFill>
              </a:rPr>
            </a:br>
            <a:br>
              <a:rPr b="1" lang="en">
                <a:solidFill>
                  <a:schemeClr val="dk1"/>
                </a:solidFill>
              </a:rPr>
            </a:br>
            <a:r>
              <a:rPr b="1" lang="en">
                <a:solidFill>
                  <a:schemeClr val="dk1"/>
                </a:solidFill>
              </a:rPr>
              <a:t>Hi everyone, we’re Team 1a — FundGoodDeeds. I’m Connor,  with me are Jon, Patrick, and Oliver. We’ll cover design,  decisions, We’ll show our V1.0 for a quick demo, and wrap with next steps.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br>
              <a:rPr b="1" lang="en">
                <a:solidFill>
                  <a:schemeClr val="dk1"/>
                </a:solidFill>
              </a:rPr>
            </a:br>
            <a:r>
              <a:rPr b="1" lang="en">
                <a:solidFill>
                  <a:schemeClr val="dk1"/>
                </a:solidFill>
              </a:rPr>
              <a:t>One‑liner:</a:t>
            </a:r>
            <a:r>
              <a:rPr lang="en">
                <a:solidFill>
                  <a:schemeClr val="dk1"/>
                </a:solidFill>
              </a:rPr>
              <a:t> Community‑driven fundraising where donors fund specific </a:t>
            </a:r>
            <a:r>
              <a:rPr b="1" lang="en">
                <a:solidFill>
                  <a:schemeClr val="dk1"/>
                </a:solidFill>
              </a:rPr>
              <a:t>Needs</a:t>
            </a:r>
            <a:r>
              <a:rPr lang="en">
                <a:solidFill>
                  <a:schemeClr val="dk1"/>
                </a:solidFill>
              </a:rPr>
              <a:t> or </a:t>
            </a:r>
            <a:r>
              <a:rPr b="1" lang="en">
                <a:solidFill>
                  <a:schemeClr val="dk1"/>
                </a:solidFill>
              </a:rPr>
              <a:t>Bundles</a:t>
            </a:r>
            <a:r>
              <a:rPr lang="en">
                <a:solidFill>
                  <a:schemeClr val="dk1"/>
                </a:solidFill>
              </a:rPr>
              <a:t> and see </a:t>
            </a:r>
            <a:r>
              <a:rPr b="1" lang="en">
                <a:solidFill>
                  <a:schemeClr val="dk1"/>
                </a:solidFill>
              </a:rPr>
              <a:t>live fulfillment</a:t>
            </a:r>
            <a:r>
              <a:rPr lang="en">
                <a:solidFill>
                  <a:schemeClr val="dk1"/>
                </a:solidFill>
              </a:rPr>
              <a:t>.</a:t>
            </a:r>
            <a:endParaRPr>
              <a:solidFill>
                <a:schemeClr val="dk1"/>
              </a:solidFill>
            </a:endParaRPr>
          </a:p>
          <a:p>
            <a:pPr indent="0" lvl="0" marL="0" rtl="0" algn="l">
              <a:lnSpc>
                <a:spcPct val="115000"/>
              </a:lnSpc>
              <a:spcBef>
                <a:spcPts val="1200"/>
              </a:spcBef>
              <a:spcAft>
                <a:spcPts val="1200"/>
              </a:spcAft>
              <a:buNone/>
            </a:pPr>
            <a:r>
              <a:rPr b="1" lang="en">
                <a:solidFill>
                  <a:schemeClr val="dk1"/>
                </a:solidFill>
              </a:rPr>
              <a:t>Agenda:</a:t>
            </a:r>
            <a:r>
              <a:rPr lang="en">
                <a:solidFill>
                  <a:schemeClr val="dk1"/>
                </a:solidFill>
              </a:rPr>
              <a:t> Problem &amp; Goals → Scope → Architecture &amp; Patterns → Domain → Demo → Team/Process → Q&amp;A</a:t>
            </a:r>
            <a:br>
              <a:rPr b="1" lang="en">
                <a:solidFill>
                  <a:schemeClr val="dk1"/>
                </a:solidFill>
              </a:rPr>
            </a:b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9fd0930519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9fd0930519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Connor</a:t>
            </a:r>
            <a:br>
              <a:rPr lang="en">
                <a:solidFill>
                  <a:schemeClr val="dk1"/>
                </a:solidFill>
              </a:rPr>
            </a:br>
            <a:br>
              <a:rPr lang="en">
                <a:solidFill>
                  <a:schemeClr val="dk1"/>
                </a:solidFill>
              </a:rPr>
            </a:br>
            <a:r>
              <a:rPr lang="en">
                <a:solidFill>
                  <a:schemeClr val="dk1"/>
                </a:solidFill>
              </a:rPr>
              <a:t>Our problem statement: donors want transparency and immediate feedback that their money actually moves a specific Need toward fulfillment.</a:t>
            </a:r>
            <a:endParaRPr>
              <a:solidFill>
                <a:schemeClr val="dk1"/>
              </a:solidFill>
            </a:endParaRPr>
          </a:p>
          <a:p>
            <a:pPr indent="0" lvl="0" marL="0" rtl="0" algn="l">
              <a:spcBef>
                <a:spcPts val="0"/>
              </a:spcBef>
              <a:spcAft>
                <a:spcPts val="0"/>
              </a:spcAft>
              <a:buNone/>
            </a:pPr>
            <a:r>
              <a:rPr lang="en">
                <a:solidFill>
                  <a:schemeClr val="dk1"/>
                </a:solidFill>
              </a:rPr>
              <a:t>For R1 our goal is one reliable, end-to-end flow: an Admin creates a Need with a description and cost</a:t>
            </a:r>
            <a:r>
              <a:rPr lang="en">
                <a:solidFill>
                  <a:schemeClr val="dk1"/>
                </a:solidFill>
              </a:rPr>
              <a:t>, </a:t>
            </a:r>
            <a:r>
              <a:rPr lang="en">
                <a:solidFill>
                  <a:schemeClr val="dk1"/>
                </a:solidFill>
              </a:rPr>
              <a:t> when  a donation is made</a:t>
            </a:r>
            <a:r>
              <a:rPr lang="en">
                <a:solidFill>
                  <a:schemeClr val="dk1"/>
                </a:solidFill>
              </a:rPr>
              <a:t>, </a:t>
            </a:r>
            <a:r>
              <a:rPr lang="en">
                <a:solidFill>
                  <a:schemeClr val="dk1"/>
                </a:solidFill>
              </a:rPr>
              <a:t> our view updates automatically</a:t>
            </a:r>
            <a:r>
              <a:rPr lang="en">
                <a:solidFill>
                  <a:schemeClr val="dk1"/>
                </a:solidFill>
              </a:rPr>
              <a:t>, </a:t>
            </a:r>
            <a:r>
              <a:rPr lang="en">
                <a:solidFill>
                  <a:schemeClr val="dk1"/>
                </a:solidFill>
              </a:rPr>
              <a:t> when fundedAmount meets cost, it flips to Fulfilled. We prioritized that instant feedback loop updating csvs over extra features, so the core feels responsive and trustworthy.”</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a013324967_2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a013324967_2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Connor</a:t>
            </a:r>
            <a:br>
              <a:rPr lang="en">
                <a:solidFill>
                  <a:schemeClr val="dk1"/>
                </a:solidFill>
              </a:rPr>
            </a:br>
            <a:br>
              <a:rPr lang="en">
                <a:solidFill>
                  <a:schemeClr val="dk1"/>
                </a:solidFill>
              </a:rPr>
            </a:br>
            <a:r>
              <a:rPr lang="en">
                <a:solidFill>
                  <a:schemeClr val="dk1"/>
                </a:solidFill>
              </a:rPr>
              <a:t>We have two observables: </a:t>
            </a:r>
            <a:r>
              <a:rPr lang="en">
                <a:solidFill>
                  <a:schemeClr val="dk1"/>
                </a:solidFill>
                <a:latin typeface="Roboto Mono"/>
                <a:ea typeface="Roboto Mono"/>
                <a:cs typeface="Roboto Mono"/>
                <a:sym typeface="Roboto Mono"/>
              </a:rPr>
              <a:t>NeedsRepository</a:t>
            </a:r>
            <a:r>
              <a:rPr lang="en">
                <a:solidFill>
                  <a:schemeClr val="dk1"/>
                </a:solidFill>
              </a:rPr>
              <a:t> and </a:t>
            </a:r>
            <a:r>
              <a:rPr lang="en">
                <a:solidFill>
                  <a:schemeClr val="dk1"/>
                </a:solidFill>
                <a:latin typeface="Roboto Mono"/>
                <a:ea typeface="Roboto Mono"/>
                <a:cs typeface="Roboto Mono"/>
                <a:sym typeface="Roboto Mono"/>
              </a:rPr>
              <a:t>LedgerRepository</a:t>
            </a:r>
            <a:r>
              <a:rPr lang="en">
                <a:solidFill>
                  <a:schemeClr val="dk1"/>
                </a:solidFill>
              </a:rPr>
              <a:t>. Each implements </a:t>
            </a:r>
            <a:r>
              <a:rPr lang="en">
                <a:solidFill>
                  <a:schemeClr val="dk1"/>
                </a:solidFill>
                <a:latin typeface="Roboto Mono"/>
                <a:ea typeface="Roboto Mono"/>
                <a:cs typeface="Roboto Mono"/>
                <a:sym typeface="Roboto Mono"/>
              </a:rPr>
              <a:t>Observable</a:t>
            </a:r>
            <a:r>
              <a:rPr lang="en">
                <a:solidFill>
                  <a:schemeClr val="dk1"/>
                </a:solidFill>
              </a:rPr>
              <a:t> and exposes </a:t>
            </a:r>
            <a:r>
              <a:rPr lang="en">
                <a:solidFill>
                  <a:schemeClr val="dk1"/>
                </a:solidFill>
                <a:latin typeface="Roboto Mono"/>
                <a:ea typeface="Roboto Mono"/>
                <a:cs typeface="Roboto Mono"/>
                <a:sym typeface="Roboto Mono"/>
              </a:rPr>
              <a:t>addObserver</a:t>
            </a:r>
            <a:r>
              <a:rPr lang="en">
                <a:solidFill>
                  <a:schemeClr val="dk1"/>
                </a:solidFill>
              </a:rPr>
              <a:t>, </a:t>
            </a:r>
            <a:r>
              <a:rPr lang="en">
                <a:solidFill>
                  <a:schemeClr val="dk1"/>
                </a:solidFill>
                <a:latin typeface="Roboto Mono"/>
                <a:ea typeface="Roboto Mono"/>
                <a:cs typeface="Roboto Mono"/>
                <a:sym typeface="Roboto Mono"/>
              </a:rPr>
              <a:t>notifyObservers</a:t>
            </a:r>
            <a:r>
              <a:rPr lang="en">
                <a:solidFill>
                  <a:schemeClr val="dk1"/>
                </a:solidFill>
              </a:rPr>
              <a:t>, and </a:t>
            </a:r>
            <a:r>
              <a:rPr lang="en">
                <a:solidFill>
                  <a:schemeClr val="dk1"/>
                </a:solidFill>
                <a:latin typeface="Roboto Mono"/>
                <a:ea typeface="Roboto Mono"/>
                <a:cs typeface="Roboto Mono"/>
                <a:sym typeface="Roboto Mono"/>
              </a:rPr>
              <a:t>removeObserver</a:t>
            </a:r>
            <a:r>
              <a:rPr lang="en">
                <a:solidFill>
                  <a:schemeClr val="dk1"/>
                </a:solidFill>
              </a:rPr>
              <a:t>.</a:t>
            </a:r>
            <a:br>
              <a:rPr lang="en">
                <a:solidFill>
                  <a:schemeClr val="dk1"/>
                </a:solidFill>
              </a:rPr>
            </a:br>
            <a:r>
              <a:rPr lang="en">
                <a:solidFill>
                  <a:schemeClr val="dk1"/>
                </a:solidFill>
              </a:rPr>
              <a:t> </a:t>
            </a:r>
            <a:r>
              <a:rPr lang="en">
                <a:solidFill>
                  <a:schemeClr val="dk1"/>
                </a:solidFill>
                <a:latin typeface="Roboto Mono"/>
                <a:ea typeface="Roboto Mono"/>
                <a:cs typeface="Roboto Mono"/>
                <a:sym typeface="Roboto Mono"/>
              </a:rPr>
              <a:t>ConsoleView</a:t>
            </a:r>
            <a:r>
              <a:rPr lang="en">
                <a:solidFill>
                  <a:schemeClr val="dk1"/>
                </a:solidFill>
              </a:rPr>
              <a:t> implements </a:t>
            </a:r>
            <a:r>
              <a:rPr lang="en">
                <a:solidFill>
                  <a:schemeClr val="dk1"/>
                </a:solidFill>
                <a:latin typeface="Roboto Mono"/>
                <a:ea typeface="Roboto Mono"/>
                <a:cs typeface="Roboto Mono"/>
                <a:sym typeface="Roboto Mono"/>
              </a:rPr>
              <a:t>Observer.update(Event e)</a:t>
            </a:r>
            <a:r>
              <a:rPr lang="en">
                <a:solidFill>
                  <a:schemeClr val="dk1"/>
                </a:solidFill>
              </a:rPr>
              <a:t> and subscribes to both repos through their controllers.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Flow: when a need is added or we import/export in </a:t>
            </a:r>
            <a:r>
              <a:rPr lang="en">
                <a:solidFill>
                  <a:schemeClr val="dk1"/>
                </a:solidFill>
                <a:latin typeface="Roboto Mono"/>
                <a:ea typeface="Roboto Mono"/>
                <a:cs typeface="Roboto Mono"/>
                <a:sym typeface="Roboto Mono"/>
              </a:rPr>
              <a:t>NeedsRepository</a:t>
            </a:r>
            <a:r>
              <a:rPr lang="en">
                <a:solidFill>
                  <a:schemeClr val="dk1"/>
                </a:solidFill>
              </a:rPr>
              <a:t>, or when a donation is recorded in </a:t>
            </a:r>
            <a:r>
              <a:rPr lang="en">
                <a:solidFill>
                  <a:schemeClr val="dk1"/>
                </a:solidFill>
                <a:latin typeface="Roboto Mono"/>
                <a:ea typeface="Roboto Mono"/>
                <a:cs typeface="Roboto Mono"/>
                <a:sym typeface="Roboto Mono"/>
              </a:rPr>
              <a:t>LedgerRepository</a:t>
            </a:r>
            <a:r>
              <a:rPr lang="en">
                <a:solidFill>
                  <a:schemeClr val="dk1"/>
                </a:solidFill>
              </a:rPr>
              <a:t>, the repo fires </a:t>
            </a:r>
            <a:r>
              <a:rPr lang="en">
                <a:solidFill>
                  <a:schemeClr val="dk1"/>
                </a:solidFill>
                <a:latin typeface="Roboto Mono"/>
                <a:ea typeface="Roboto Mono"/>
                <a:cs typeface="Roboto Mono"/>
                <a:sym typeface="Roboto Mono"/>
              </a:rPr>
              <a:t>notifyObservers(new Event(...))</a:t>
            </a:r>
            <a:r>
              <a:rPr lang="en">
                <a:solidFill>
                  <a:schemeClr val="dk1"/>
                </a:solidFill>
              </a:rPr>
              <a:t>. The </a:t>
            </a:r>
            <a:r>
              <a:rPr lang="en">
                <a:solidFill>
                  <a:schemeClr val="dk1"/>
                </a:solidFill>
                <a:latin typeface="Roboto Mono"/>
                <a:ea typeface="Roboto Mono"/>
                <a:cs typeface="Roboto Mono"/>
                <a:sym typeface="Roboto Mono"/>
              </a:rPr>
              <a:t>ConsoleView</a:t>
            </a:r>
            <a:r>
              <a:rPr lang="en">
                <a:solidFill>
                  <a:schemeClr val="dk1"/>
                </a:solidFill>
              </a:rPr>
              <a:t> receives </a:t>
            </a:r>
            <a:r>
              <a:rPr lang="en">
                <a:solidFill>
                  <a:schemeClr val="dk1"/>
                </a:solidFill>
                <a:latin typeface="Roboto Mono"/>
                <a:ea typeface="Roboto Mono"/>
                <a:cs typeface="Roboto Mono"/>
                <a:sym typeface="Roboto Mono"/>
              </a:rPr>
              <a:t>update(e)</a:t>
            </a:r>
            <a:r>
              <a:rPr lang="en">
                <a:solidFill>
                  <a:schemeClr val="dk1"/>
                </a:solidFill>
              </a:rPr>
              <a:t> and calls </a:t>
            </a:r>
            <a:r>
              <a:rPr lang="en">
                <a:solidFill>
                  <a:schemeClr val="dk1"/>
                </a:solidFill>
                <a:latin typeface="Roboto Mono"/>
                <a:ea typeface="Roboto Mono"/>
                <a:cs typeface="Roboto Mono"/>
                <a:sym typeface="Roboto Mono"/>
              </a:rPr>
              <a:t>render(findAll())</a:t>
            </a:r>
            <a:r>
              <a:rPr lang="en">
                <a:solidFill>
                  <a:schemeClr val="dk1"/>
                </a:solidFill>
              </a:rPr>
              <a:t> to redraw the catalog with current totals.</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“We chose Observer , Models raise events when state changes, and the View subscribes. That gives instant UI updates, less coupling, and no refresh timers. When a donation posts, the model emits an event,  the view re-renders automatically.”</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a013324967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3a013324967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Connor</a:t>
            </a:r>
            <a:endParaRPr/>
          </a:p>
          <a:p>
            <a:pPr indent="0" lvl="0" marL="0" rtl="0" algn="l">
              <a:spcBef>
                <a:spcPts val="0"/>
              </a:spcBef>
              <a:spcAft>
                <a:spcPts val="0"/>
              </a:spcAft>
              <a:buNone/>
            </a:pPr>
            <a:br>
              <a:rPr lang="en"/>
            </a:br>
            <a:br>
              <a:rPr lang="en"/>
            </a:br>
            <a:br>
              <a:rPr lang="en"/>
            </a:br>
            <a:r>
              <a:rPr lang="en"/>
              <a:t>Alright, this slide is our Composite pattern.</a:t>
            </a:r>
            <a:endParaRPr/>
          </a:p>
          <a:p>
            <a:pPr indent="0" lvl="0" marL="0" rtl="0" algn="l">
              <a:spcBef>
                <a:spcPts val="0"/>
              </a:spcBef>
              <a:spcAft>
                <a:spcPts val="0"/>
              </a:spcAft>
              <a:buNone/>
            </a:pPr>
            <a:r>
              <a:rPr lang="en"/>
              <a:t>The idea: we want to treat a single Need and a Bundle-of-Needs the same way, so higher-level code doesn’t care which it’s dealing with.</a:t>
            </a:r>
            <a:br>
              <a:rPr lang="en"/>
            </a:br>
            <a:br>
              <a:rPr lang="en"/>
            </a:br>
            <a:r>
              <a:rPr lang="en">
                <a:solidFill>
                  <a:schemeClr val="dk1"/>
                </a:solidFill>
              </a:rPr>
              <a:t>Need component allows other pieces of model, to reference interface which makes it easy to use as a parameter for general functions. </a:t>
            </a:r>
            <a:endParaRPr>
              <a:solidFill>
                <a:schemeClr val="dk1"/>
              </a:solidFill>
            </a:endParaRPr>
          </a:p>
          <a:p>
            <a:pPr indent="0" lvl="0" marL="0" rtl="0" algn="l">
              <a:spcBef>
                <a:spcPts val="0"/>
              </a:spcBef>
              <a:spcAft>
                <a:spcPts val="0"/>
              </a:spcAft>
              <a:buNone/>
            </a:pPr>
            <a:br>
              <a:rPr lang="en"/>
            </a:br>
            <a:r>
              <a:rPr lang="en">
                <a:solidFill>
                  <a:schemeClr val="dk1"/>
                </a:solidFill>
              </a:rPr>
              <a:t>We do that with the </a:t>
            </a:r>
            <a:r>
              <a:rPr lang="en">
                <a:solidFill>
                  <a:schemeClr val="dk1"/>
                </a:solidFill>
                <a:latin typeface="Roboto Mono"/>
                <a:ea typeface="Roboto Mono"/>
                <a:cs typeface="Roboto Mono"/>
                <a:sym typeface="Roboto Mono"/>
              </a:rPr>
              <a:t>NeedComponent</a:t>
            </a:r>
            <a:r>
              <a:rPr lang="en">
                <a:solidFill>
                  <a:schemeClr val="dk1"/>
                </a:solidFill>
              </a:rPr>
              <a:t> interface—two key recursive functions: </a:t>
            </a:r>
            <a:r>
              <a:rPr lang="en">
                <a:solidFill>
                  <a:schemeClr val="dk1"/>
                </a:solidFill>
                <a:latin typeface="Roboto Mono"/>
                <a:ea typeface="Roboto Mono"/>
                <a:cs typeface="Roboto Mono"/>
                <a:sym typeface="Roboto Mono"/>
              </a:rPr>
              <a:t>getName()</a:t>
            </a:r>
            <a:r>
              <a:rPr lang="en">
                <a:solidFill>
                  <a:schemeClr val="dk1"/>
                </a:solidFill>
              </a:rPr>
              <a:t> and </a:t>
            </a:r>
            <a:r>
              <a:rPr lang="en">
                <a:solidFill>
                  <a:schemeClr val="dk1"/>
                </a:solidFill>
                <a:latin typeface="Roboto Mono"/>
                <a:ea typeface="Roboto Mono"/>
                <a:cs typeface="Roboto Mono"/>
                <a:sym typeface="Roboto Mono"/>
              </a:rPr>
              <a:t>getTotal()</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 plain </a:t>
            </a:r>
            <a:r>
              <a:rPr lang="en">
                <a:solidFill>
                  <a:schemeClr val="dk1"/>
                </a:solidFill>
                <a:latin typeface="Roboto Mono"/>
                <a:ea typeface="Roboto Mono"/>
                <a:cs typeface="Roboto Mono"/>
                <a:sym typeface="Roboto Mono"/>
              </a:rPr>
              <a:t>Need</a:t>
            </a:r>
            <a:r>
              <a:rPr lang="en">
                <a:solidFill>
                  <a:schemeClr val="dk1"/>
                </a:solidFill>
              </a:rPr>
              <a:t> implements it and returns its own numbers: fixed, variable, and fees rolled into a total.</a:t>
            </a:r>
            <a:endParaRPr>
              <a:solidFill>
                <a:schemeClr val="dk1"/>
              </a:solidFill>
            </a:endParaRPr>
          </a:p>
          <a:p>
            <a:pPr indent="0" lvl="0" marL="0" rtl="0" algn="l">
              <a:spcBef>
                <a:spcPts val="0"/>
              </a:spcBef>
              <a:spcAft>
                <a:spcPts val="0"/>
              </a:spcAft>
              <a:buNone/>
            </a:pPr>
            <a:r>
              <a:rPr lang="en">
                <a:solidFill>
                  <a:schemeClr val="dk1"/>
                </a:solidFill>
              </a:rPr>
              <a:t>A </a:t>
            </a:r>
            <a:r>
              <a:rPr lang="en">
                <a:solidFill>
                  <a:schemeClr val="dk1"/>
                </a:solidFill>
                <a:latin typeface="Roboto Mono"/>
                <a:ea typeface="Roboto Mono"/>
                <a:cs typeface="Roboto Mono"/>
                <a:sym typeface="Roboto Mono"/>
              </a:rPr>
              <a:t>Bundle</a:t>
            </a:r>
            <a:r>
              <a:rPr lang="en">
                <a:solidFill>
                  <a:schemeClr val="dk1"/>
                </a:solidFill>
              </a:rPr>
              <a:t> also implements it, but instead of holding amounts, it holds a list of </a:t>
            </a:r>
            <a:r>
              <a:rPr lang="en">
                <a:solidFill>
                  <a:schemeClr val="dk1"/>
                </a:solidFill>
                <a:latin typeface="Roboto Mono"/>
                <a:ea typeface="Roboto Mono"/>
                <a:cs typeface="Roboto Mono"/>
                <a:sym typeface="Roboto Mono"/>
              </a:rPr>
              <a:t>NeedComponent</a:t>
            </a:r>
            <a:r>
              <a:rPr lang="en">
                <a:solidFill>
                  <a:schemeClr val="dk1"/>
                </a:solidFill>
              </a:rPr>
              <a:t>s. When you call </a:t>
            </a:r>
            <a:r>
              <a:rPr lang="en">
                <a:solidFill>
                  <a:schemeClr val="dk1"/>
                </a:solidFill>
                <a:latin typeface="Roboto Mono"/>
                <a:ea typeface="Roboto Mono"/>
                <a:cs typeface="Roboto Mono"/>
                <a:sym typeface="Roboto Mono"/>
              </a:rPr>
              <a:t>getTotal()</a:t>
            </a:r>
            <a:r>
              <a:rPr lang="en">
                <a:solidFill>
                  <a:schemeClr val="dk1"/>
                </a:solidFill>
              </a:rPr>
              <a:t>, the bundle sums each child’s total—so bundles can contain needs or other bundles, and it just works.</a:t>
            </a:r>
            <a:br>
              <a:rPr lang="en">
                <a:solidFill>
                  <a:schemeClr val="dk1"/>
                </a:solidFill>
              </a:rPr>
            </a:br>
            <a:br>
              <a:rPr lang="en"/>
            </a:b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a01332496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a01332496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Jon</a:t>
            </a:r>
            <a:endParaRPr>
              <a:solidFill>
                <a:schemeClr val="dk1"/>
              </a:solidFill>
            </a:endParaRPr>
          </a:p>
          <a:p>
            <a:pPr indent="0" lvl="0" marL="0" rtl="0" algn="l">
              <a:spcBef>
                <a:spcPts val="0"/>
              </a:spcBef>
              <a:spcAft>
                <a:spcPts val="0"/>
              </a:spcAft>
              <a:buNone/>
            </a:pPr>
            <a:br>
              <a:rPr lang="en">
                <a:solidFill>
                  <a:schemeClr val="dk1"/>
                </a:solidFill>
              </a:rPr>
            </a:br>
            <a:r>
              <a:rPr lang="en">
                <a:solidFill>
                  <a:schemeClr val="dk1"/>
                </a:solidFill>
              </a:rPr>
              <a:t>“We aimed for separation of concerns, dependency inversion via interfaces, and low coupling. That’s what lets us demo confidently now and scale features later without rewiring.”</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9fd0930519_0_1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39fd0930519_0_1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Jon</a:t>
            </a:r>
            <a:br>
              <a:rPr lang="en"/>
            </a:br>
            <a:br>
              <a:rPr lang="en"/>
            </a:br>
            <a:r>
              <a:rPr lang="en"/>
              <a:t>“We implemented MVC to keep responsibilities clean. Controllers orchestrate actions</a:t>
            </a:r>
            <a:r>
              <a:rPr lang="en"/>
              <a:t>, </a:t>
            </a:r>
            <a:r>
              <a:rPr lang="en"/>
              <a:t> Models own state and business rules</a:t>
            </a:r>
            <a:r>
              <a:rPr lang="en"/>
              <a:t>, </a:t>
            </a:r>
            <a:r>
              <a:rPr lang="en"/>
              <a:t> Views render and react. Repositories sit behind interfaces so storage is swappable. That separation means we can evolve storage without touching domain logic or the view layer.”</a:t>
            </a:r>
            <a:br>
              <a:rPr lang="en"/>
            </a:b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9fd0930519_0_1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39fd0930519_0_1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JON</a:t>
            </a:r>
            <a:br>
              <a:rPr b="1" lang="en">
                <a:solidFill>
                  <a:schemeClr val="dk1"/>
                </a:solidFill>
              </a:rPr>
            </a:br>
            <a:br>
              <a:rPr b="1" lang="en">
                <a:solidFill>
                  <a:schemeClr val="dk1"/>
                </a:solidFill>
              </a:rPr>
            </a:br>
            <a:r>
              <a:rPr lang="en">
                <a:solidFill>
                  <a:schemeClr val="dk1"/>
                </a:solidFill>
              </a:rPr>
              <a:t>“Decisions: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a:r>
            <a:r>
              <a:rPr b="1" lang="en">
                <a:solidFill>
                  <a:schemeClr val="dk1"/>
                </a:solidFill>
              </a:rPr>
              <a:t>Observer</a:t>
            </a:r>
            <a:r>
              <a:rPr lang="en">
                <a:solidFill>
                  <a:schemeClr val="dk1"/>
                </a:solidFill>
              </a:rPr>
              <a:t> for immediate updates and low coupling.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a:r>
            <a:r>
              <a:rPr b="1" lang="en">
                <a:solidFill>
                  <a:schemeClr val="dk1"/>
                </a:solidFill>
              </a:rPr>
              <a:t>CSV/in-memory repos</a:t>
            </a:r>
            <a:r>
              <a:rPr lang="en">
                <a:solidFill>
                  <a:schemeClr val="dk1"/>
                </a:solidFill>
              </a:rPr>
              <a:t> for deterministic demos and fast iteration.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a:r>
            <a:r>
              <a:rPr b="1" lang="en">
                <a:solidFill>
                  <a:schemeClr val="dk1"/>
                </a:solidFill>
              </a:rPr>
              <a:t>Interface-first repos</a:t>
            </a:r>
            <a:r>
              <a:rPr lang="en">
                <a:solidFill>
                  <a:schemeClr val="dk1"/>
                </a:solidFill>
              </a:rPr>
              <a:t> to swap in DB later with no domain changes.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a:r>
            <a:r>
              <a:rPr b="1" lang="en">
                <a:solidFill>
                  <a:schemeClr val="dk1"/>
                </a:solidFill>
              </a:rPr>
              <a:t>Central Ledger</a:t>
            </a:r>
            <a:r>
              <a:rPr lang="en">
                <a:solidFill>
                  <a:schemeClr val="dk1"/>
                </a:solidFill>
              </a:rPr>
              <a:t> as source of truth for transactions.</a:t>
            </a:r>
            <a:endParaRPr>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lang="en">
                <a:solidFill>
                  <a:schemeClr val="dk1"/>
                </a:solidFill>
              </a:rPr>
              <a:t>As a result of our implementation, we have low cohesion for our model components.”</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a013324967_2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3a013324967_2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OLIVER -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a013324967_2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3a013324967_2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OLIVER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a013324967_2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3a013324967_2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OLIVER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9fd0930519_0_1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39fd0930519_0_1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JON TALKING</a:t>
            </a:r>
            <a:r>
              <a:rPr b="1" lang="en"/>
              <a:t>  |  </a:t>
            </a:r>
            <a:r>
              <a:rPr b="1" lang="en">
                <a:solidFill>
                  <a:srgbClr val="38761D"/>
                </a:solidFill>
              </a:rPr>
              <a:t>PATRICK DEMONSTRATING</a:t>
            </a:r>
            <a:endParaRPr b="1">
              <a:solidFill>
                <a:srgbClr val="38761D"/>
              </a:solidFill>
            </a:endParaRPr>
          </a:p>
          <a:p>
            <a:pPr indent="0" lvl="0" marL="0" rtl="0" algn="l">
              <a:spcBef>
                <a:spcPts val="0"/>
              </a:spcBef>
              <a:spcAft>
                <a:spcPts val="0"/>
              </a:spcAft>
              <a:buNone/>
            </a:pPr>
            <a:br>
              <a:rPr lang="en"/>
            </a:br>
            <a:r>
              <a:rPr b="1" lang="en">
                <a:solidFill>
                  <a:srgbClr val="FF0000"/>
                </a:solidFill>
              </a:rPr>
              <a:t>JON:</a:t>
            </a:r>
            <a:br>
              <a:rPr lang="en"/>
            </a:br>
            <a:r>
              <a:rPr lang="en"/>
              <a:t>"To start the application, we pass the path to the ledger file as a command-line argument. The app initializes the MVC components and loads our starting data."</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rgbClr val="38761D"/>
                </a:solidFill>
              </a:rPr>
              <a:t>PATRICK:</a:t>
            </a:r>
            <a:endParaRPr/>
          </a:p>
          <a:p>
            <a:pPr indent="0" lvl="0" marL="0" rtl="0" algn="l">
              <a:spcBef>
                <a:spcPts val="0"/>
              </a:spcBef>
              <a:spcAft>
                <a:spcPts val="0"/>
              </a:spcAft>
              <a:buNone/>
            </a:pPr>
            <a:r>
              <a:rPr lang="en"/>
              <a:t>In the root directory (term-project-rit-swen-383-01-1a), run these commands:</a:t>
            </a:r>
            <a:endParaRPr/>
          </a:p>
          <a:p>
            <a:pPr indent="-285750" lvl="0" marL="457200" rtl="0" algn="l">
              <a:spcBef>
                <a:spcPts val="0"/>
              </a:spcBef>
              <a:spcAft>
                <a:spcPts val="0"/>
              </a:spcAft>
              <a:buClr>
                <a:srgbClr val="E8912D"/>
              </a:buClr>
              <a:buSzPts val="900"/>
              <a:buFont typeface="Courier New"/>
              <a:buChar char="●"/>
            </a:pPr>
            <a:r>
              <a:rPr b="1" lang="en" sz="900">
                <a:solidFill>
                  <a:srgbClr val="E8912D"/>
                </a:solidFill>
                <a:latin typeface="Courier New"/>
                <a:ea typeface="Courier New"/>
                <a:cs typeface="Courier New"/>
                <a:sym typeface="Courier New"/>
              </a:rPr>
              <a:t>mvn clean compile</a:t>
            </a:r>
            <a:endParaRPr b="1" sz="900">
              <a:solidFill>
                <a:srgbClr val="E8912D"/>
              </a:solidFill>
              <a:latin typeface="Courier New"/>
              <a:ea typeface="Courier New"/>
              <a:cs typeface="Courier New"/>
              <a:sym typeface="Courier New"/>
            </a:endParaRPr>
          </a:p>
          <a:p>
            <a:pPr indent="-285750" lvl="0" marL="457200" rtl="0" algn="l">
              <a:spcBef>
                <a:spcPts val="0"/>
              </a:spcBef>
              <a:spcAft>
                <a:spcPts val="0"/>
              </a:spcAft>
              <a:buClr>
                <a:srgbClr val="E8912D"/>
              </a:buClr>
              <a:buSzPts val="900"/>
              <a:buFont typeface="Courier New"/>
              <a:buChar char="●"/>
            </a:pPr>
            <a:r>
              <a:rPr b="1" lang="en" sz="900">
                <a:solidFill>
                  <a:srgbClr val="E8912D"/>
                </a:solidFill>
                <a:latin typeface="Courier New"/>
                <a:ea typeface="Courier New"/>
                <a:cs typeface="Courier New"/>
                <a:sym typeface="Courier New"/>
              </a:rPr>
              <a:t>mvn exec:java -Dexec.args="log.csv"</a:t>
            </a:r>
            <a:endParaRPr b="1"/>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rgbClr val="FF0000"/>
                </a:solidFill>
              </a:rPr>
              <a:t>JON:</a:t>
            </a:r>
            <a:endParaRPr/>
          </a:p>
          <a:p>
            <a:pPr indent="0" lvl="0" marL="0" rtl="0" algn="l">
              <a:spcBef>
                <a:spcPts val="0"/>
              </a:spcBef>
              <a:spcAft>
                <a:spcPts val="0"/>
              </a:spcAft>
              <a:buNone/>
            </a:pPr>
            <a:r>
              <a:rPr lang="en"/>
              <a:t>“Please note that we have displayed the user’s current funds and today’s goal. Since we, the </a:t>
            </a:r>
            <a:r>
              <a:rPr lang="en"/>
              <a:t>user, </a:t>
            </a:r>
            <a:r>
              <a:rPr lang="en"/>
              <a:t>have never entered </a:t>
            </a:r>
            <a:r>
              <a:rPr lang="en" sz="1050">
                <a:solidFill>
                  <a:schemeClr val="dk1"/>
                </a:solidFill>
              </a:rPr>
              <a:t>a fund, our system defaults to 150.0 dollars.  Also, since we, the user, have never entered a funding goal, our system defaults to 2000.0 dollars.”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rgbClr val="FF0000"/>
                </a:solidFill>
              </a:rPr>
              <a:t>JON:</a:t>
            </a:r>
            <a:endParaRPr/>
          </a:p>
          <a:p>
            <a:pPr indent="0" lvl="0" marL="0" rtl="0" algn="l">
              <a:spcBef>
                <a:spcPts val="0"/>
              </a:spcBef>
              <a:spcAft>
                <a:spcPts val="0"/>
              </a:spcAft>
              <a:buNone/>
            </a:pPr>
            <a:r>
              <a:rPr lang="en"/>
              <a:t>“</a:t>
            </a:r>
            <a:r>
              <a:rPr lang="en">
                <a:solidFill>
                  <a:schemeClr val="dk1"/>
                </a:solidFill>
              </a:rPr>
              <a:t>I'll walk the core flow. First, let’s select option </a:t>
            </a:r>
            <a:r>
              <a:rPr b="1" lang="en">
                <a:solidFill>
                  <a:srgbClr val="E8912D"/>
                </a:solidFill>
              </a:rPr>
              <a:t>1</a:t>
            </a:r>
            <a:r>
              <a:rPr lang="en">
                <a:solidFill>
                  <a:schemeClr val="dk1"/>
                </a:solidFill>
              </a:rPr>
              <a:t> to </a:t>
            </a:r>
            <a:r>
              <a:rPr b="1" lang="en">
                <a:solidFill>
                  <a:schemeClr val="dk1"/>
                </a:solidFill>
              </a:rPr>
              <a:t>List needs &amp; bundles</a:t>
            </a: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rgbClr val="38761D"/>
                </a:solidFill>
              </a:rPr>
              <a:t>PATRICK:</a:t>
            </a:r>
            <a:endParaRPr>
              <a:solidFill>
                <a:schemeClr val="dk1"/>
              </a:solidFill>
            </a:endParaRPr>
          </a:p>
          <a:p>
            <a:pPr indent="0" lvl="0" marL="0" rtl="0" algn="l">
              <a:spcBef>
                <a:spcPts val="0"/>
              </a:spcBef>
              <a:spcAft>
                <a:spcPts val="0"/>
              </a:spcAft>
              <a:buNone/>
            </a:pPr>
            <a:r>
              <a:rPr lang="en">
                <a:solidFill>
                  <a:schemeClr val="dk1"/>
                </a:solidFill>
              </a:rPr>
              <a:t>Enter </a:t>
            </a:r>
            <a:r>
              <a:rPr b="1" lang="en">
                <a:solidFill>
                  <a:srgbClr val="E8912D"/>
                </a:solidFill>
              </a:rPr>
              <a:t>1</a:t>
            </a:r>
            <a:endParaRPr b="1">
              <a:solidFill>
                <a:srgbClr val="E8912D"/>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rgbClr val="FF0000"/>
                </a:solidFill>
              </a:rPr>
              <a:t>JON:</a:t>
            </a:r>
            <a:endParaRPr>
              <a:solidFill>
                <a:schemeClr val="dk1"/>
              </a:solidFill>
            </a:endParaRPr>
          </a:p>
          <a:p>
            <a:pPr indent="0" lvl="0" marL="0" rtl="0" algn="l">
              <a:spcBef>
                <a:spcPts val="0"/>
              </a:spcBef>
              <a:spcAft>
                <a:spcPts val="0"/>
              </a:spcAft>
              <a:buNone/>
            </a:pPr>
            <a:r>
              <a:rPr lang="en">
                <a:solidFill>
                  <a:schemeClr val="dk1"/>
                </a:solidFill>
              </a:rPr>
              <a:t>“Then let's select option </a:t>
            </a:r>
            <a:r>
              <a:rPr b="1" lang="en">
                <a:solidFill>
                  <a:srgbClr val="E8912D"/>
                </a:solidFill>
              </a:rPr>
              <a:t>2</a:t>
            </a:r>
            <a:r>
              <a:rPr lang="en">
                <a:solidFill>
                  <a:schemeClr val="dk1"/>
                </a:solidFill>
              </a:rPr>
              <a:t> to create a new </a:t>
            </a:r>
            <a:r>
              <a:rPr b="1" lang="en">
                <a:solidFill>
                  <a:schemeClr val="dk1"/>
                </a:solidFill>
              </a:rPr>
              <a:t>Need</a:t>
            </a:r>
            <a:r>
              <a:rPr lang="en">
                <a:solidFill>
                  <a:schemeClr val="dk1"/>
                </a:solidFill>
              </a:rPr>
              <a:t> </a:t>
            </a:r>
            <a:r>
              <a:rPr lang="en">
                <a:solidFill>
                  <a:schemeClr val="dk1"/>
                </a:solidFill>
              </a:rPr>
              <a:t>with a description and cost.</a:t>
            </a:r>
            <a:r>
              <a:rPr lang="en">
                <a:solidFill>
                  <a:schemeClr val="dk1"/>
                </a:solidFill>
              </a:rPr>
              <a: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rgbClr val="38761D"/>
                </a:solidFill>
              </a:rPr>
              <a:t>PATRICK:</a:t>
            </a:r>
            <a:endParaRPr/>
          </a:p>
          <a:p>
            <a:pPr indent="0" lvl="0" marL="0" rtl="0" algn="l">
              <a:spcBef>
                <a:spcPts val="0"/>
              </a:spcBef>
              <a:spcAft>
                <a:spcPts val="0"/>
              </a:spcAft>
              <a:buNone/>
            </a:pPr>
            <a:r>
              <a:rPr lang="en"/>
              <a:t>Enter these </a:t>
            </a:r>
            <a:r>
              <a:rPr b="1" lang="en">
                <a:solidFill>
                  <a:srgbClr val="FF9900"/>
                </a:solidFill>
              </a:rPr>
              <a:t>inputs </a:t>
            </a:r>
            <a:r>
              <a:rPr lang="en"/>
              <a:t>for their respective prompts:</a:t>
            </a:r>
            <a:endParaRPr/>
          </a:p>
          <a:p>
            <a:pPr indent="-298450" lvl="0" marL="457200" rtl="0" algn="l">
              <a:spcBef>
                <a:spcPts val="0"/>
              </a:spcBef>
              <a:spcAft>
                <a:spcPts val="0"/>
              </a:spcAft>
              <a:buSzPts val="1100"/>
              <a:buAutoNum type="arabicPeriod"/>
            </a:pPr>
            <a:r>
              <a:rPr b="1" lang="en"/>
              <a:t>Need Name: </a:t>
            </a:r>
            <a:r>
              <a:rPr b="1" lang="en">
                <a:solidFill>
                  <a:srgbClr val="E8912D"/>
                </a:solidFill>
              </a:rPr>
              <a:t>Winter Coat</a:t>
            </a:r>
            <a:endParaRPr b="1">
              <a:solidFill>
                <a:srgbClr val="E8912D"/>
              </a:solidFill>
            </a:endParaRPr>
          </a:p>
          <a:p>
            <a:pPr indent="-298450" lvl="0" marL="457200" rtl="0" algn="l">
              <a:spcBef>
                <a:spcPts val="0"/>
              </a:spcBef>
              <a:spcAft>
                <a:spcPts val="0"/>
              </a:spcAft>
              <a:buSzPts val="1100"/>
              <a:buAutoNum type="arabicPeriod"/>
            </a:pPr>
            <a:r>
              <a:rPr b="1" lang="en"/>
              <a:t>Fixed Cost: </a:t>
            </a:r>
            <a:r>
              <a:rPr b="1" lang="en">
                <a:solidFill>
                  <a:srgbClr val="E8912D"/>
                </a:solidFill>
              </a:rPr>
              <a:t>80</a:t>
            </a:r>
            <a:endParaRPr b="1">
              <a:solidFill>
                <a:srgbClr val="E8912D"/>
              </a:solidFill>
            </a:endParaRPr>
          </a:p>
          <a:p>
            <a:pPr indent="-298450" lvl="0" marL="457200" rtl="0" algn="l">
              <a:spcBef>
                <a:spcPts val="0"/>
              </a:spcBef>
              <a:spcAft>
                <a:spcPts val="0"/>
              </a:spcAft>
              <a:buSzPts val="1100"/>
              <a:buAutoNum type="arabicPeriod"/>
            </a:pPr>
            <a:r>
              <a:rPr b="1" lang="en"/>
              <a:t>Variable Cost: </a:t>
            </a:r>
            <a:r>
              <a:rPr b="1" lang="en">
                <a:solidFill>
                  <a:srgbClr val="E8912D"/>
                </a:solidFill>
              </a:rPr>
              <a:t>0</a:t>
            </a:r>
            <a:endParaRPr b="1">
              <a:solidFill>
                <a:srgbClr val="E8912D"/>
              </a:solidFill>
            </a:endParaRPr>
          </a:p>
          <a:p>
            <a:pPr indent="-298450" lvl="0" marL="457200" rtl="0" algn="l">
              <a:spcBef>
                <a:spcPts val="0"/>
              </a:spcBef>
              <a:spcAft>
                <a:spcPts val="0"/>
              </a:spcAft>
              <a:buSzPts val="1100"/>
              <a:buAutoNum type="arabicPeriod"/>
            </a:pPr>
            <a:r>
              <a:rPr b="1" lang="en"/>
              <a:t>Fees Cost: </a:t>
            </a:r>
            <a:r>
              <a:rPr b="1" lang="en">
                <a:solidFill>
                  <a:srgbClr val="E8912D"/>
                </a:solidFill>
              </a:rPr>
              <a:t>5</a:t>
            </a:r>
            <a:endParaRPr b="1">
              <a:solidFill>
                <a:srgbClr val="E8912D"/>
              </a:solidFill>
            </a:endParaRPr>
          </a:p>
          <a:p>
            <a:pPr indent="0" lvl="0" marL="0" rtl="0" algn="l">
              <a:spcBef>
                <a:spcPts val="0"/>
              </a:spcBef>
              <a:spcAft>
                <a:spcPts val="0"/>
              </a:spcAft>
              <a:buNone/>
            </a:pPr>
            <a:r>
              <a:t/>
            </a:r>
            <a:endParaRPr/>
          </a:p>
          <a:p>
            <a:pPr indent="0" lvl="0" marL="0" rtl="0" algn="l">
              <a:spcBef>
                <a:spcPts val="0"/>
              </a:spcBef>
              <a:spcAft>
                <a:spcPts val="0"/>
              </a:spcAft>
              <a:buNone/>
            </a:pPr>
            <a:r>
              <a:rPr b="1" lang="en">
                <a:solidFill>
                  <a:srgbClr val="FF0000"/>
                </a:solidFill>
              </a:rPr>
              <a:t>JON:</a:t>
            </a:r>
            <a:endParaRPr/>
          </a:p>
          <a:p>
            <a:pPr indent="0" lvl="0" marL="0" rtl="0" algn="l">
              <a:spcBef>
                <a:spcPts val="0"/>
              </a:spcBef>
              <a:spcAft>
                <a:spcPts val="0"/>
              </a:spcAft>
              <a:buNone/>
            </a:pPr>
            <a:r>
              <a:rPr lang="en">
                <a:solidFill>
                  <a:schemeClr val="dk1"/>
                </a:solidFill>
              </a:rPr>
              <a:t>“Now the </a:t>
            </a:r>
            <a:r>
              <a:rPr b="1" lang="en">
                <a:solidFill>
                  <a:schemeClr val="dk1"/>
                </a:solidFill>
              </a:rPr>
              <a:t>Need </a:t>
            </a:r>
            <a:r>
              <a:rPr lang="en">
                <a:solidFill>
                  <a:schemeClr val="dk1"/>
                </a:solidFill>
              </a:rPr>
              <a:t>has been created and added to our </a:t>
            </a:r>
            <a:r>
              <a:rPr b="1" lang="en">
                <a:solidFill>
                  <a:schemeClr val="dk1"/>
                </a:solidFill>
              </a:rPr>
              <a:t>catalog </a:t>
            </a:r>
            <a:r>
              <a:rPr lang="en">
                <a:solidFill>
                  <a:schemeClr val="dk1"/>
                </a:solidFill>
              </a:rPr>
              <a:t>as shown in the CLI stating </a:t>
            </a:r>
            <a:r>
              <a:rPr b="1" lang="en">
                <a:solidFill>
                  <a:schemeClr val="dk1"/>
                </a:solidFill>
              </a:rPr>
              <a:t>‘Need added.</a:t>
            </a:r>
            <a:r>
              <a:rPr lang="en">
                <a:solidFill>
                  <a:schemeClr val="dk1"/>
                </a:solidFill>
              </a:rPr>
              <a:t>’; we can even list the catalog again to show it is there.”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rgbClr val="38761D"/>
                </a:solidFill>
              </a:rPr>
              <a:t>PATRICK:</a:t>
            </a:r>
            <a:endParaRPr>
              <a:solidFill>
                <a:schemeClr val="dk1"/>
              </a:solidFill>
            </a:endParaRPr>
          </a:p>
          <a:p>
            <a:pPr indent="0" lvl="0" marL="0" rtl="0" algn="l">
              <a:spcBef>
                <a:spcPts val="0"/>
              </a:spcBef>
              <a:spcAft>
                <a:spcPts val="0"/>
              </a:spcAft>
              <a:buNone/>
            </a:pPr>
            <a:r>
              <a:rPr lang="en">
                <a:solidFill>
                  <a:schemeClr val="dk1"/>
                </a:solidFill>
              </a:rPr>
              <a:t>Enter </a:t>
            </a:r>
            <a:r>
              <a:rPr b="1" lang="en">
                <a:solidFill>
                  <a:srgbClr val="E8912D"/>
                </a:solidFill>
              </a:rPr>
              <a:t>1</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rgbClr val="FF0000"/>
                </a:solidFill>
              </a:rPr>
              <a:t>JON:</a:t>
            </a:r>
            <a:endParaRPr>
              <a:solidFill>
                <a:schemeClr val="dk1"/>
              </a:solidFill>
            </a:endParaRPr>
          </a:p>
          <a:p>
            <a:pPr indent="0" lvl="0" marL="0" rtl="0" algn="l">
              <a:spcBef>
                <a:spcPts val="0"/>
              </a:spcBef>
              <a:spcAft>
                <a:spcPts val="0"/>
              </a:spcAft>
              <a:buNone/>
            </a:pPr>
            <a:r>
              <a:rPr lang="en">
                <a:solidFill>
                  <a:schemeClr val="dk1"/>
                </a:solidFill>
              </a:rPr>
              <a:t>"Next, we use option </a:t>
            </a:r>
            <a:r>
              <a:rPr b="1" lang="en">
                <a:solidFill>
                  <a:srgbClr val="E8912D"/>
                </a:solidFill>
              </a:rPr>
              <a:t>4</a:t>
            </a:r>
            <a:r>
              <a:rPr lang="en">
                <a:solidFill>
                  <a:schemeClr val="dk1"/>
                </a:solidFill>
              </a:rPr>
              <a:t> to </a:t>
            </a:r>
            <a:r>
              <a:rPr b="1" lang="en">
                <a:solidFill>
                  <a:schemeClr val="dk1"/>
                </a:solidFill>
              </a:rPr>
              <a:t>record a fulfillment</a:t>
            </a:r>
            <a:r>
              <a:rPr lang="en">
                <a:solidFill>
                  <a:schemeClr val="dk1"/>
                </a:solidFill>
              </a:rPr>
              <a:t> for that Need. This is our core donation/ledger flow."</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rgbClr val="38761D"/>
                </a:solidFill>
              </a:rPr>
              <a:t>PATRICK:</a:t>
            </a:r>
            <a:endParaRPr/>
          </a:p>
          <a:p>
            <a:pPr indent="0" lvl="0" marL="0" rtl="0" algn="l">
              <a:spcBef>
                <a:spcPts val="0"/>
              </a:spcBef>
              <a:spcAft>
                <a:spcPts val="0"/>
              </a:spcAft>
              <a:buNone/>
            </a:pPr>
            <a:r>
              <a:rPr lang="en"/>
              <a:t>Date (YYYY-MM-DD, blank=today): </a:t>
            </a:r>
            <a:r>
              <a:rPr b="1" lang="en"/>
              <a:t>(press Enter) </a:t>
            </a:r>
            <a:r>
              <a:rPr lang="en"/>
              <a:t>Need/Bundle name: </a:t>
            </a:r>
            <a:r>
              <a:rPr b="1" lang="en">
                <a:solidFill>
                  <a:srgbClr val="E8912D"/>
                </a:solidFill>
              </a:rPr>
              <a:t>Winter Coat</a:t>
            </a:r>
            <a:endParaRPr/>
          </a:p>
          <a:p>
            <a:pPr indent="0" lvl="0" marL="0" rtl="0" algn="l">
              <a:spcBef>
                <a:spcPts val="0"/>
              </a:spcBef>
              <a:spcAft>
                <a:spcPts val="0"/>
              </a:spcAft>
              <a:buNone/>
            </a:pPr>
            <a:r>
              <a:rPr lang="en"/>
              <a:t>Units fulfilled: </a:t>
            </a:r>
            <a:r>
              <a:rPr b="1" lang="en">
                <a:solidFill>
                  <a:srgbClr val="E8912D"/>
                </a:solidFill>
              </a:rPr>
              <a:t>1</a:t>
            </a:r>
            <a:endParaRPr b="1">
              <a:solidFill>
                <a:srgbClr val="E8912D"/>
              </a:solidFill>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rgbClr val="FF0000"/>
                </a:solidFill>
              </a:rPr>
              <a:t>JON:</a:t>
            </a:r>
            <a:endParaRPr>
              <a:solidFill>
                <a:schemeClr val="dk1"/>
              </a:solidFill>
            </a:endParaRPr>
          </a:p>
          <a:p>
            <a:pPr indent="0" lvl="0" marL="0" rtl="0" algn="l">
              <a:spcBef>
                <a:spcPts val="0"/>
              </a:spcBef>
              <a:spcAft>
                <a:spcPts val="0"/>
              </a:spcAft>
              <a:buNone/>
            </a:pPr>
            <a:r>
              <a:rPr lang="en">
                <a:solidFill>
                  <a:schemeClr val="dk1"/>
                </a:solidFill>
              </a:rPr>
              <a:t>“Now the </a:t>
            </a:r>
            <a:r>
              <a:rPr b="1" lang="en">
                <a:solidFill>
                  <a:schemeClr val="dk1"/>
                </a:solidFill>
              </a:rPr>
              <a:t>ledger entry </a:t>
            </a:r>
            <a:r>
              <a:rPr lang="en">
                <a:solidFill>
                  <a:schemeClr val="dk1"/>
                </a:solidFill>
              </a:rPr>
              <a:t>has been created and saved to our memory</a:t>
            </a:r>
            <a:r>
              <a:rPr b="1" lang="en">
                <a:solidFill>
                  <a:schemeClr val="dk1"/>
                </a:solidFill>
              </a:rPr>
              <a:t> </a:t>
            </a:r>
            <a:r>
              <a:rPr lang="en">
                <a:solidFill>
                  <a:schemeClr val="dk1"/>
                </a:solidFill>
              </a:rPr>
              <a:t>ready to be added/saved into the ledger log CSV file, as shown in the CLI stating ‘</a:t>
            </a:r>
            <a:r>
              <a:rPr lang="en"/>
              <a:t>Ledger entry added.’”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“Also, notice how when we added the donation of our Winter Coat need, the total cost of it is now added to the funds we have obtained to reach the goal.”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let’s use option </a:t>
            </a:r>
            <a:r>
              <a:rPr b="1" lang="en">
                <a:solidFill>
                  <a:srgbClr val="E8912D"/>
                </a:solidFill>
              </a:rPr>
              <a:t>5</a:t>
            </a:r>
            <a:r>
              <a:rPr lang="en"/>
              <a:t> to </a:t>
            </a:r>
            <a:r>
              <a:rPr lang="en">
                <a:solidFill>
                  <a:schemeClr val="dk1"/>
                </a:solidFill>
              </a:rPr>
              <a:t>set a fund for today.</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solidFill>
                  <a:srgbClr val="38761D"/>
                </a:solidFill>
              </a:rPr>
              <a:t>PATRICK:</a:t>
            </a:r>
            <a:endParaRPr/>
          </a:p>
          <a:p>
            <a:pPr indent="0" lvl="0" marL="0" rtl="0" algn="l">
              <a:spcBef>
                <a:spcPts val="0"/>
              </a:spcBef>
              <a:spcAft>
                <a:spcPts val="0"/>
              </a:spcAft>
              <a:buNone/>
            </a:pPr>
            <a:r>
              <a:rPr lang="en"/>
              <a:t>Enter </a:t>
            </a:r>
            <a:r>
              <a:rPr b="1" lang="en">
                <a:solidFill>
                  <a:srgbClr val="E8912D"/>
                </a:solidFill>
              </a:rPr>
              <a:t>5</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Date (YYYY-MM-DD, blank=today): </a:t>
            </a:r>
            <a:r>
              <a:rPr b="1" lang="en">
                <a:solidFill>
                  <a:schemeClr val="dk1"/>
                </a:solidFill>
              </a:rPr>
              <a:t>(press Enter)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Funds amount: </a:t>
            </a:r>
            <a:r>
              <a:rPr b="1" lang="en">
                <a:solidFill>
                  <a:srgbClr val="E8912D"/>
                </a:solidFill>
              </a:rPr>
              <a:t>200</a:t>
            </a:r>
            <a:endParaRPr b="1">
              <a:solidFill>
                <a:srgbClr val="E8912D"/>
              </a:solidFill>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rgbClr val="FF0000"/>
                </a:solidFill>
              </a:rPr>
              <a:t>JON:</a:t>
            </a:r>
            <a:endParaRPr/>
          </a:p>
          <a:p>
            <a:pPr indent="0" lvl="0" marL="0" rtl="0" algn="l">
              <a:spcBef>
                <a:spcPts val="0"/>
              </a:spcBef>
              <a:spcAft>
                <a:spcPts val="0"/>
              </a:spcAft>
              <a:buNone/>
            </a:pPr>
            <a:r>
              <a:rPr lang="en">
                <a:solidFill>
                  <a:schemeClr val="dk1"/>
                </a:solidFill>
              </a:rPr>
              <a:t>“Now the funds for today has been recorded, a</a:t>
            </a:r>
            <a:r>
              <a:rPr lang="en">
                <a:solidFill>
                  <a:schemeClr val="dk1"/>
                </a:solidFill>
              </a:rPr>
              <a:t>s shown in the CLI returning the current funds are now 200.00 dollars and the message  ‘Funds recorded’ when setting the fund for today.”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“Now let’s actually change today’s funding goal to be 3000 dollars. We do this by using option </a:t>
            </a:r>
            <a:r>
              <a:rPr b="1" lang="en">
                <a:solidFill>
                  <a:srgbClr val="E8912D"/>
                </a:solidFill>
              </a:rPr>
              <a:t>6</a:t>
            </a:r>
            <a:r>
              <a:rPr lang="en">
                <a:solidFill>
                  <a:schemeClr val="dk1"/>
                </a:solidFill>
              </a:rPr>
              <a:t>.”</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rgbClr val="38761D"/>
                </a:solidFill>
              </a:rPr>
              <a:t>PATRICK:</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Enter </a:t>
            </a:r>
            <a:r>
              <a:rPr b="1" lang="en">
                <a:solidFill>
                  <a:srgbClr val="E8912D"/>
                </a:solidFill>
              </a:rPr>
              <a:t>6</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Date (YYYY-MM-DD, blank=today): </a:t>
            </a:r>
            <a:r>
              <a:rPr b="1" lang="en">
                <a:solidFill>
                  <a:schemeClr val="dk1"/>
                </a:solidFill>
              </a:rPr>
              <a:t>(press Enter)</a:t>
            </a:r>
            <a:endParaRPr>
              <a:solidFill>
                <a:schemeClr val="dk1"/>
              </a:solidFill>
            </a:endParaRPr>
          </a:p>
          <a:p>
            <a:pPr indent="0" lvl="0" marL="0" rtl="0" algn="l">
              <a:spcBef>
                <a:spcPts val="0"/>
              </a:spcBef>
              <a:spcAft>
                <a:spcPts val="0"/>
              </a:spcAft>
              <a:buNone/>
            </a:pPr>
            <a:r>
              <a:rPr lang="en">
                <a:solidFill>
                  <a:schemeClr val="dk1"/>
                </a:solidFill>
              </a:rPr>
              <a:t>Goal amount: </a:t>
            </a:r>
            <a:r>
              <a:rPr b="1" lang="en">
                <a:solidFill>
                  <a:srgbClr val="E8912D"/>
                </a:solidFill>
              </a:rPr>
              <a:t>3000</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rgbClr val="FF0000"/>
                </a:solidFill>
              </a:rPr>
              <a:t>JON:</a:t>
            </a:r>
            <a:endParaRPr/>
          </a:p>
          <a:p>
            <a:pPr indent="0" lvl="0" marL="0" rtl="0" algn="l">
              <a:spcBef>
                <a:spcPts val="0"/>
              </a:spcBef>
              <a:spcAft>
                <a:spcPts val="0"/>
              </a:spcAft>
              <a:buClr>
                <a:schemeClr val="dk1"/>
              </a:buClr>
              <a:buSzPts val="1100"/>
              <a:buFont typeface="Arial"/>
              <a:buNone/>
            </a:pPr>
            <a:r>
              <a:rPr lang="en">
                <a:solidFill>
                  <a:schemeClr val="dk1"/>
                </a:solidFill>
              </a:rPr>
              <a:t>“Now the funding goal for today has been recorded, as shown in the CLI returning the funding goal is now 3000.00 dollars and the message  ‘Goal recorded’ when setting the funding goal for today.”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will now save what we </a:t>
            </a:r>
            <a:r>
              <a:rPr lang="en"/>
              <a:t>have</a:t>
            </a:r>
            <a:r>
              <a:rPr lang="en"/>
              <a:t> done to the ledger and needs CSV files, and then exit the application.”</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rgbClr val="38761D"/>
                </a:solidFill>
              </a:rPr>
              <a:t>PATRICK:</a:t>
            </a:r>
            <a:endParaRPr/>
          </a:p>
          <a:p>
            <a:pPr indent="-298450" lvl="0" marL="457200" rtl="0" algn="l">
              <a:spcBef>
                <a:spcPts val="0"/>
              </a:spcBef>
              <a:spcAft>
                <a:spcPts val="0"/>
              </a:spcAft>
              <a:buClr>
                <a:schemeClr val="dk1"/>
              </a:buClr>
              <a:buSzPts val="1100"/>
              <a:buChar char="●"/>
            </a:pPr>
            <a:r>
              <a:rPr lang="en"/>
              <a:t>Enter </a:t>
            </a:r>
            <a:r>
              <a:rPr b="1" lang="en">
                <a:solidFill>
                  <a:srgbClr val="E8912D"/>
                </a:solidFill>
              </a:rPr>
              <a:t>8</a:t>
            </a:r>
            <a:r>
              <a:rPr lang="en">
                <a:solidFill>
                  <a:schemeClr val="dk1"/>
                </a:solidFill>
              </a:rPr>
              <a:t> to </a:t>
            </a:r>
            <a:r>
              <a:rPr b="1" lang="en">
                <a:solidFill>
                  <a:schemeClr val="dk1"/>
                </a:solidFill>
              </a:rPr>
              <a:t>SAVE</a:t>
            </a:r>
            <a:endParaRPr b="1">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Enter </a:t>
            </a:r>
            <a:r>
              <a:rPr b="1" lang="en">
                <a:solidFill>
                  <a:srgbClr val="E8912D"/>
                </a:solidFill>
              </a:rPr>
              <a:t>0</a:t>
            </a:r>
            <a:r>
              <a:rPr lang="en">
                <a:solidFill>
                  <a:schemeClr val="dk1"/>
                </a:solidFill>
              </a:rPr>
              <a:t> to </a:t>
            </a:r>
            <a:r>
              <a:rPr b="1" lang="en">
                <a:solidFill>
                  <a:schemeClr val="dk1"/>
                </a:solidFill>
              </a:rPr>
              <a:t>EXIT</a:t>
            </a:r>
            <a:endParaRPr b="1">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rgbClr val="FF0000"/>
                </a:solidFill>
              </a:rPr>
              <a:t>JON:</a:t>
            </a:r>
            <a:endParaRPr/>
          </a:p>
          <a:p>
            <a:pPr indent="0" lvl="0" marL="0" rtl="0" algn="l">
              <a:spcBef>
                <a:spcPts val="0"/>
              </a:spcBef>
              <a:spcAft>
                <a:spcPts val="0"/>
              </a:spcAft>
              <a:buNone/>
            </a:pPr>
            <a:r>
              <a:rPr lang="en"/>
              <a:t>“Notice that when we made these changes and saving, the Observer (View) is being notified by the Observable (Model) of the set changes as shown with our [ALERT] messages.”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rgbClr val="38761D"/>
                </a:solidFill>
              </a:rPr>
              <a:t>PATRICK:</a:t>
            </a:r>
            <a:endParaRPr b="1">
              <a:solidFill>
                <a:srgbClr val="38761D"/>
              </a:solidFill>
            </a:endParaRPr>
          </a:p>
          <a:p>
            <a:pPr indent="0" lvl="0" marL="0" rtl="0" algn="l">
              <a:spcBef>
                <a:spcPts val="0"/>
              </a:spcBef>
              <a:spcAft>
                <a:spcPts val="0"/>
              </a:spcAft>
              <a:buNone/>
            </a:pPr>
            <a:r>
              <a:rPr lang="en"/>
              <a:t>Show these messages in the terminal</a:t>
            </a:r>
            <a:endParaRPr/>
          </a:p>
          <a:p>
            <a:pPr indent="0" lvl="0" marL="457200" rtl="0" algn="l">
              <a:spcBef>
                <a:spcPts val="0"/>
              </a:spcBef>
              <a:spcAft>
                <a:spcPts val="0"/>
              </a:spcAft>
              <a:buClr>
                <a:schemeClr val="dk1"/>
              </a:buClr>
              <a:buSzPts val="1100"/>
              <a:buFont typeface="Arial"/>
              <a:buNone/>
            </a:pPr>
            <a:r>
              <a:rPr lang="en"/>
              <a:t>[ALERT] Needs Catalog updated: null</a:t>
            </a:r>
            <a:endParaRPr/>
          </a:p>
          <a:p>
            <a:pPr indent="0" lvl="0" marL="457200" rtl="0" algn="l">
              <a:spcBef>
                <a:spcPts val="0"/>
              </a:spcBef>
              <a:spcAft>
                <a:spcPts val="0"/>
              </a:spcAft>
              <a:buClr>
                <a:schemeClr val="dk1"/>
              </a:buClr>
              <a:buSzPts val="1100"/>
              <a:buFont typeface="Arial"/>
              <a:buNone/>
            </a:pPr>
            <a:r>
              <a:t/>
            </a:r>
            <a:endParaRPr/>
          </a:p>
          <a:p>
            <a:pPr indent="0" lvl="0" marL="457200" rtl="0" algn="l">
              <a:spcBef>
                <a:spcPts val="0"/>
              </a:spcBef>
              <a:spcAft>
                <a:spcPts val="0"/>
              </a:spcAft>
              <a:buClr>
                <a:schemeClr val="dk1"/>
              </a:buClr>
              <a:buSzPts val="1100"/>
              <a:buFont typeface="Arial"/>
              <a:buNone/>
            </a:pPr>
            <a:r>
              <a:rPr lang="en"/>
              <a:t>[ALERT] Ledger updated: null</a:t>
            </a:r>
            <a:endParaRPr/>
          </a:p>
          <a:p>
            <a:pPr indent="0" lvl="0" marL="457200" rtl="0" algn="l">
              <a:spcBef>
                <a:spcPts val="0"/>
              </a:spcBef>
              <a:spcAft>
                <a:spcPts val="0"/>
              </a:spcAft>
              <a:buClr>
                <a:schemeClr val="dk1"/>
              </a:buClr>
              <a:buSzPts val="1100"/>
              <a:buFont typeface="Arial"/>
              <a:buNone/>
            </a:pPr>
            <a:r>
              <a:rPr lang="en"/>
              <a:t>Everything has been saved to csv files.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strike="sngStrike"/>
              <a:t>If time allows, we’ll show a simple Bundle summarizing multiple Needs.”</a:t>
            </a:r>
            <a:endParaRPr strike="sngStrike"/>
          </a:p>
          <a:p>
            <a:pPr indent="0" lvl="0" marL="0" rtl="0" algn="l">
              <a:spcBef>
                <a:spcPts val="0"/>
              </a:spcBef>
              <a:spcAft>
                <a:spcPts val="0"/>
              </a:spcAft>
              <a:buNone/>
            </a:pPr>
            <a:r>
              <a:t/>
            </a:r>
            <a:endParaRPr strike="sngStrike"/>
          </a:p>
          <a:p>
            <a:pPr indent="0" lvl="0" marL="0" rtl="0" algn="l">
              <a:spcBef>
                <a:spcPts val="0"/>
              </a:spcBef>
              <a:spcAft>
                <a:spcPts val="0"/>
              </a:spcAft>
              <a:buNone/>
            </a:pPr>
            <a:r>
              <a:rPr lang="en" strike="sngStrike"/>
              <a:t>If something glitches (say this calmly):</a:t>
            </a:r>
            <a:endParaRPr strike="sngStrike"/>
          </a:p>
          <a:p>
            <a:pPr indent="0" lvl="0" marL="0" rtl="0" algn="l">
              <a:spcBef>
                <a:spcPts val="0"/>
              </a:spcBef>
              <a:spcAft>
                <a:spcPts val="0"/>
              </a:spcAft>
              <a:buNone/>
            </a:pPr>
            <a:r>
              <a:rPr lang="en" strike="sngStrike"/>
              <a:t>“Quick note: our view is event-driven. Even if this click doesn’t fire, the model still publishes events on donation; we can show the same behavior to illustrate the Observer linkage.”</a:t>
            </a:r>
            <a:endParaRPr strike="sngStrike"/>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988ef09fd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3988ef09fd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Connor &amp; Oliver</a:t>
            </a:r>
            <a:br>
              <a:rPr lang="en"/>
            </a:br>
            <a:br>
              <a:rPr lang="en"/>
            </a:br>
            <a:r>
              <a:rPr lang="en"/>
              <a:t>Roles: Connor handled view and integration,  Jon the controllers and business logic, Patrick implemented persistence and repositories with CSV read/write and seeds,  Oliver designed the domain and Composite. </a:t>
            </a:r>
            <a:br>
              <a:rPr lang="en"/>
            </a:br>
            <a:br>
              <a:rPr lang="en"/>
            </a:br>
            <a:r>
              <a:rPr lang="en"/>
              <a:t>Process: GitHub issues → PRs → reviews,   one-command run. </a:t>
            </a:r>
            <a:br>
              <a:rPr lang="en"/>
            </a:br>
            <a:br>
              <a:rPr lang="en"/>
            </a:br>
            <a:r>
              <a:rPr lang="en"/>
              <a:t>Challenges: controller timing (mitigated with mocks), seed consistency (CSV versioning), and demo risk (backups and projector-safe fonts).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9fd0930519_0_1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39fd0930519_0_1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Connor &amp; Oliver</a:t>
            </a:r>
            <a:br>
              <a:rPr lang="en"/>
            </a:br>
            <a:br>
              <a:rPr lang="en"/>
            </a:br>
            <a:r>
              <a:rPr lang="en"/>
              <a:t>That’s our V1.0. Thanks—and we’re ready for your questions.”</a:t>
            </a:r>
            <a:br>
              <a:rPr lang="en"/>
            </a:br>
            <a:br>
              <a:rPr lang="en"/>
            </a:br>
            <a:br>
              <a:rPr lang="en"/>
            </a:br>
            <a:br>
              <a:rPr lang="en"/>
            </a:br>
            <a:br>
              <a:rPr lang="en"/>
            </a:br>
            <a:r>
              <a:rPr b="1" lang="en" sz="1700">
                <a:solidFill>
                  <a:schemeClr val="dk1"/>
                </a:solidFill>
              </a:rPr>
              <a:t>Q&amp;A — Quick, crisp answers (keep these handy)</a:t>
            </a:r>
            <a:endParaRPr b="1" sz="1700">
              <a:solidFill>
                <a:schemeClr val="dk1"/>
              </a:solidFill>
            </a:endParaRPr>
          </a:p>
          <a:p>
            <a:pPr indent="0" lvl="0" marL="0" rtl="0" algn="l">
              <a:spcBef>
                <a:spcPts val="0"/>
              </a:spcBef>
              <a:spcAft>
                <a:spcPts val="0"/>
              </a:spcAft>
              <a:buClr>
                <a:schemeClr val="dk1"/>
              </a:buClr>
              <a:buSzPts val="1100"/>
              <a:buFont typeface="Arial"/>
              <a:buNone/>
            </a:pPr>
            <a:r>
              <a:rPr lang="en"/>
              <a:t>d, and expand tests around edge cases and bundles.</a:t>
            </a:r>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 Why Observer instead of periodic refresh?</a:t>
            </a:r>
            <a:br>
              <a:rPr b="1" lang="en">
                <a:solidFill>
                  <a:schemeClr val="dk1"/>
                </a:solidFill>
              </a:rPr>
            </a:br>
            <a:r>
              <a:rPr lang="en">
                <a:solidFill>
                  <a:schemeClr val="dk1"/>
                </a:solidFill>
              </a:rPr>
              <a:t> </a:t>
            </a:r>
            <a:r>
              <a:rPr b="1" lang="en">
                <a:solidFill>
                  <a:schemeClr val="dk1"/>
                </a:solidFill>
              </a:rPr>
              <a:t>A (Oliver):</a:t>
            </a:r>
            <a:r>
              <a:rPr lang="en">
                <a:solidFill>
                  <a:schemeClr val="dk1"/>
                </a:solidFill>
              </a:rPr>
              <a:t> “Events keep views in sync immediately and reduce coupling—no timers or polling overhead.”</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Q: Why CSV/in-memory now—won’t that limit you?</a:t>
            </a:r>
            <a:br>
              <a:rPr b="1" lang="en">
                <a:solidFill>
                  <a:schemeClr val="dk1"/>
                </a:solidFill>
              </a:rPr>
            </a:br>
            <a:r>
              <a:rPr lang="en">
                <a:solidFill>
                  <a:schemeClr val="dk1"/>
                </a:solidFill>
              </a:rPr>
              <a:t> </a:t>
            </a:r>
            <a:r>
              <a:rPr b="1" lang="en">
                <a:solidFill>
                  <a:schemeClr val="dk1"/>
                </a:solidFill>
              </a:rPr>
              <a:t>A (Connor):</a:t>
            </a:r>
            <a:r>
              <a:rPr lang="en">
                <a:solidFill>
                  <a:schemeClr val="dk1"/>
                </a:solidFill>
              </a:rPr>
              <a:t> “It makes demos deterministic and fast. We built repository interfaces so we can drop in a DB without touching domain logic.”</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Q: How do you enforce ‘no over-funding’?</a:t>
            </a:r>
            <a:br>
              <a:rPr b="1" lang="en">
                <a:solidFill>
                  <a:schemeClr val="dk1"/>
                </a:solidFill>
              </a:rPr>
            </a:br>
            <a:r>
              <a:rPr lang="en">
                <a:solidFill>
                  <a:schemeClr val="dk1"/>
                </a:solidFill>
              </a:rPr>
              <a:t> </a:t>
            </a:r>
            <a:r>
              <a:rPr b="1" lang="en">
                <a:solidFill>
                  <a:schemeClr val="dk1"/>
                </a:solidFill>
              </a:rPr>
              <a:t>A (</a:t>
            </a:r>
            <a:r>
              <a:rPr b="1" lang="en">
                <a:solidFill>
                  <a:schemeClr val="dk1"/>
                </a:solidFill>
              </a:rPr>
              <a:t>Oliver</a:t>
            </a:r>
            <a:r>
              <a:rPr b="1" lang="en">
                <a:solidFill>
                  <a:schemeClr val="dk1"/>
                </a:solidFill>
              </a:rPr>
              <a:t>):</a:t>
            </a:r>
            <a:r>
              <a:rPr lang="en">
                <a:solidFill>
                  <a:schemeClr val="dk1"/>
                </a:solidFill>
              </a:rPr>
              <a:t> “The donation path guards the invariant, clamps fundedAmount at cost, sets </a:t>
            </a:r>
            <a:r>
              <a:rPr lang="en">
                <a:solidFill>
                  <a:srgbClr val="188038"/>
                </a:solidFill>
                <a:latin typeface="Roboto Mono"/>
                <a:ea typeface="Roboto Mono"/>
                <a:cs typeface="Roboto Mono"/>
                <a:sym typeface="Roboto Mono"/>
              </a:rPr>
              <a:t>isFulfilled</a:t>
            </a:r>
            <a:r>
              <a:rPr lang="en">
                <a:solidFill>
                  <a:schemeClr val="dk1"/>
                </a:solidFill>
              </a:rPr>
              <a:t>, and ignores additional donations.”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Q: What’s mocked vs real?</a:t>
            </a:r>
            <a:br>
              <a:rPr b="1" lang="en">
                <a:solidFill>
                  <a:schemeClr val="dk1"/>
                </a:solidFill>
              </a:rPr>
            </a:br>
            <a:r>
              <a:rPr lang="en">
                <a:solidFill>
                  <a:schemeClr val="dk1"/>
                </a:solidFill>
              </a:rPr>
              <a:t> </a:t>
            </a:r>
            <a:r>
              <a:rPr b="1" lang="en">
                <a:solidFill>
                  <a:schemeClr val="dk1"/>
                </a:solidFill>
              </a:rPr>
              <a:t>A (Connor):</a:t>
            </a:r>
            <a:r>
              <a:rPr lang="en">
                <a:solidFill>
                  <a:schemeClr val="dk1"/>
                </a:solidFill>
              </a:rPr>
              <a:t> “Some controller hooks are mocked</a:t>
            </a:r>
            <a:r>
              <a:rPr lang="en">
                <a:solidFill>
                  <a:schemeClr val="dk1"/>
                </a:solidFill>
              </a:rPr>
              <a:t>, </a:t>
            </a:r>
            <a:r>
              <a:rPr lang="en">
                <a:solidFill>
                  <a:schemeClr val="dk1"/>
                </a:solidFill>
              </a:rPr>
              <a:t> the </a:t>
            </a:r>
            <a:r>
              <a:rPr b="1" lang="en">
                <a:solidFill>
                  <a:schemeClr val="dk1"/>
                </a:solidFill>
              </a:rPr>
              <a:t>events and state transitions are real</a:t>
            </a:r>
            <a:r>
              <a:rPr lang="en">
                <a:solidFill>
                  <a:schemeClr val="dk1"/>
                </a:solidFill>
              </a:rPr>
              <a:t>. Replacing the mocks is our top next step.”</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Q: What testing exists today?</a:t>
            </a:r>
            <a:br>
              <a:rPr b="1" lang="en">
                <a:solidFill>
                  <a:schemeClr val="dk1"/>
                </a:solidFill>
              </a:rPr>
            </a:br>
            <a:r>
              <a:rPr lang="en">
                <a:solidFill>
                  <a:schemeClr val="dk1"/>
                </a:solidFill>
              </a:rPr>
              <a:t> </a:t>
            </a:r>
            <a:r>
              <a:rPr b="1" lang="en">
                <a:solidFill>
                  <a:schemeClr val="dk1"/>
                </a:solidFill>
              </a:rPr>
              <a:t>A (</a:t>
            </a:r>
            <a:r>
              <a:rPr b="1" lang="en">
                <a:solidFill>
                  <a:schemeClr val="dk1"/>
                </a:solidFill>
              </a:rPr>
              <a:t>Oliver</a:t>
            </a:r>
            <a:r>
              <a:rPr b="1" lang="en">
                <a:solidFill>
                  <a:schemeClr val="dk1"/>
                </a:solidFill>
              </a:rPr>
              <a:t>):</a:t>
            </a:r>
            <a:r>
              <a:rPr lang="en">
                <a:solidFill>
                  <a:schemeClr val="dk1"/>
                </a:solidFill>
              </a:rPr>
              <a:t> “Seeded scenario scripts and smoke tests across controller paths. After R1 we’ll add validation/error-path tests and bundle edge cases.”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Q: How would you scale or persist?</a:t>
            </a:r>
            <a:br>
              <a:rPr b="1" lang="en">
                <a:solidFill>
                  <a:schemeClr val="dk1"/>
                </a:solidFill>
              </a:rPr>
            </a:br>
            <a:r>
              <a:rPr lang="en">
                <a:solidFill>
                  <a:schemeClr val="dk1"/>
                </a:solidFill>
              </a:rPr>
              <a:t> </a:t>
            </a:r>
            <a:r>
              <a:rPr b="1" lang="en">
                <a:solidFill>
                  <a:schemeClr val="dk1"/>
                </a:solidFill>
              </a:rPr>
              <a:t>A (Connor):</a:t>
            </a:r>
            <a:r>
              <a:rPr lang="en">
                <a:solidFill>
                  <a:schemeClr val="dk1"/>
                </a:solidFill>
              </a:rPr>
              <a:t> “Swap CSV repos with a DB implementation via the same interfaces</a:t>
            </a:r>
            <a:r>
              <a:rPr lang="en">
                <a:solidFill>
                  <a:schemeClr val="dk1"/>
                </a:solidFill>
              </a:rPr>
              <a:t>, </a:t>
            </a:r>
            <a:r>
              <a:rPr lang="en">
                <a:solidFill>
                  <a:schemeClr val="dk1"/>
                </a:solidFill>
              </a:rPr>
              <a:t> add indexing, transactions, and simple caching if needed.”</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Q: Any security/auth?</a:t>
            </a:r>
            <a:br>
              <a:rPr b="1" lang="en">
                <a:solidFill>
                  <a:schemeClr val="dk1"/>
                </a:solidFill>
              </a:rPr>
            </a:br>
            <a:r>
              <a:rPr lang="en">
                <a:solidFill>
                  <a:schemeClr val="dk1"/>
                </a:solidFill>
              </a:rPr>
              <a:t> </a:t>
            </a:r>
            <a:r>
              <a:rPr b="1" lang="en">
                <a:solidFill>
                  <a:schemeClr val="dk1"/>
                </a:solidFill>
              </a:rPr>
              <a:t>A (</a:t>
            </a:r>
            <a:r>
              <a:rPr b="1" lang="en">
                <a:solidFill>
                  <a:schemeClr val="dk1"/>
                </a:solidFill>
              </a:rPr>
              <a:t>Oliver</a:t>
            </a:r>
            <a:r>
              <a:rPr b="1" lang="en">
                <a:solidFill>
                  <a:schemeClr val="dk1"/>
                </a:solidFill>
              </a:rPr>
              <a:t>):</a:t>
            </a:r>
            <a:r>
              <a:rPr lang="en">
                <a:solidFill>
                  <a:schemeClr val="dk1"/>
                </a:solidFill>
              </a:rPr>
              <a:t> “Out of scope for V1.0 classroom demo</a:t>
            </a:r>
            <a:r>
              <a:rPr lang="en">
                <a:solidFill>
                  <a:schemeClr val="dk1"/>
                </a:solidFill>
              </a:rPr>
              <a:t>, </a:t>
            </a:r>
            <a:r>
              <a:rPr lang="en">
                <a:solidFill>
                  <a:schemeClr val="dk1"/>
                </a:solidFill>
              </a:rPr>
              <a:t> it’s on our roadmap once controllers are fully integrated.”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spTree>
      <p:nvGrpSpPr>
        <p:cNvPr id="54" name="Shape 54"/>
        <p:cNvGrpSpPr/>
        <p:nvPr/>
      </p:nvGrpSpPr>
      <p:grpSpPr>
        <a:xfrm>
          <a:off x="0" y="0"/>
          <a:ext cx="0" cy="0"/>
          <a:chOff x="0" y="0"/>
          <a:chExt cx="0" cy="0"/>
        </a:xfrm>
      </p:grpSpPr>
      <p:sp>
        <p:nvSpPr>
          <p:cNvPr id="55" name="Google Shape;55;p14"/>
          <p:cNvSpPr/>
          <p:nvPr/>
        </p:nvSpPr>
        <p:spPr>
          <a:xfrm>
            <a:off x="810500"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6" name="Google Shape;56;p14"/>
          <p:cNvSpPr/>
          <p:nvPr/>
        </p:nvSpPr>
        <p:spPr>
          <a:xfrm>
            <a:off x="810500"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7" name="Google Shape;57;p14"/>
          <p:cNvSpPr/>
          <p:nvPr/>
        </p:nvSpPr>
        <p:spPr>
          <a:xfrm>
            <a:off x="3" y="3061484"/>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8" name="Google Shape;58;p14"/>
          <p:cNvSpPr/>
          <p:nvPr/>
        </p:nvSpPr>
        <p:spPr>
          <a:xfrm>
            <a:off x="810500"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9" name="Google Shape;59;p14"/>
          <p:cNvSpPr/>
          <p:nvPr/>
        </p:nvSpPr>
        <p:spPr>
          <a:xfrm>
            <a:off x="-1"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0" name="Google Shape;60;p14"/>
          <p:cNvSpPr/>
          <p:nvPr/>
        </p:nvSpPr>
        <p:spPr>
          <a:xfrm>
            <a:off x="810505"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1" name="Google Shape;61;p14"/>
          <p:cNvSpPr/>
          <p:nvPr/>
        </p:nvSpPr>
        <p:spPr>
          <a:xfrm>
            <a:off x="-1"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2" name="Google Shape;62;p14"/>
          <p:cNvSpPr/>
          <p:nvPr/>
        </p:nvSpPr>
        <p:spPr>
          <a:xfrm>
            <a:off x="-1"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3" name="Google Shape;63;p14"/>
          <p:cNvSpPr/>
          <p:nvPr/>
        </p:nvSpPr>
        <p:spPr>
          <a:xfrm>
            <a:off x="3" y="4100578"/>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4" name="Google Shape;64;p14"/>
          <p:cNvSpPr/>
          <p:nvPr/>
        </p:nvSpPr>
        <p:spPr>
          <a:xfrm>
            <a:off x="810502" y="4100581"/>
            <a:ext cx="6099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5" name="Google Shape;65;p14"/>
          <p:cNvSpPr/>
          <p:nvPr/>
        </p:nvSpPr>
        <p:spPr>
          <a:xfrm>
            <a:off x="1420399" y="0"/>
            <a:ext cx="4320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6" name="Google Shape;66;p14"/>
          <p:cNvSpPr/>
          <p:nvPr/>
        </p:nvSpPr>
        <p:spPr>
          <a:xfrm>
            <a:off x="1420399" y="2040871"/>
            <a:ext cx="4320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7" name="Google Shape;67;p14"/>
          <p:cNvSpPr/>
          <p:nvPr/>
        </p:nvSpPr>
        <p:spPr>
          <a:xfrm>
            <a:off x="1420399" y="1020429"/>
            <a:ext cx="4320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8" name="Google Shape;68;p14"/>
          <p:cNvSpPr/>
          <p:nvPr/>
        </p:nvSpPr>
        <p:spPr>
          <a:xfrm>
            <a:off x="1420401" y="3061475"/>
            <a:ext cx="4320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9" name="Google Shape;69;p14"/>
          <p:cNvSpPr/>
          <p:nvPr/>
        </p:nvSpPr>
        <p:spPr>
          <a:xfrm>
            <a:off x="1420400" y="4100581"/>
            <a:ext cx="4320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0" name="Google Shape;70;p14"/>
          <p:cNvSpPr txBox="1"/>
          <p:nvPr>
            <p:ph type="title"/>
          </p:nvPr>
        </p:nvSpPr>
        <p:spPr>
          <a:xfrm>
            <a:off x="3154650" y="3235981"/>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71" name="Google Shape;71;p14"/>
          <p:cNvSpPr txBox="1"/>
          <p:nvPr>
            <p:ph idx="1" type="subTitle"/>
          </p:nvPr>
        </p:nvSpPr>
        <p:spPr>
          <a:xfrm>
            <a:off x="3154650" y="3875775"/>
            <a:ext cx="57609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3">
    <p:bg>
      <p:bgPr>
        <a:solidFill>
          <a:schemeClr val="accent5"/>
        </a:solidFill>
      </p:bgPr>
    </p:bg>
    <p:spTree>
      <p:nvGrpSpPr>
        <p:cNvPr id="72" name="Shape 72"/>
        <p:cNvGrpSpPr/>
        <p:nvPr/>
      </p:nvGrpSpPr>
      <p:grpSpPr>
        <a:xfrm>
          <a:off x="0" y="0"/>
          <a:ext cx="0" cy="0"/>
          <a:chOff x="0" y="0"/>
          <a:chExt cx="0" cy="0"/>
        </a:xfrm>
      </p:grpSpPr>
      <p:sp>
        <p:nvSpPr>
          <p:cNvPr id="73" name="Google Shape;73;p15"/>
          <p:cNvSpPr/>
          <p:nvPr/>
        </p:nvSpPr>
        <p:spPr>
          <a:xfrm>
            <a:off x="810500"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4" name="Google Shape;74;p15"/>
          <p:cNvSpPr/>
          <p:nvPr/>
        </p:nvSpPr>
        <p:spPr>
          <a:xfrm>
            <a:off x="810500"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5" name="Google Shape;75;p15"/>
          <p:cNvSpPr/>
          <p:nvPr/>
        </p:nvSpPr>
        <p:spPr>
          <a:xfrm>
            <a:off x="3" y="3061484"/>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6" name="Google Shape;76;p15"/>
          <p:cNvSpPr/>
          <p:nvPr/>
        </p:nvSpPr>
        <p:spPr>
          <a:xfrm>
            <a:off x="810500"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7" name="Google Shape;77;p15"/>
          <p:cNvSpPr/>
          <p:nvPr/>
        </p:nvSpPr>
        <p:spPr>
          <a:xfrm>
            <a:off x="-1"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8" name="Google Shape;78;p15"/>
          <p:cNvSpPr/>
          <p:nvPr/>
        </p:nvSpPr>
        <p:spPr>
          <a:xfrm>
            <a:off x="810505"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9" name="Google Shape;79;p15"/>
          <p:cNvSpPr/>
          <p:nvPr/>
        </p:nvSpPr>
        <p:spPr>
          <a:xfrm>
            <a:off x="-1"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0" name="Google Shape;80;p15"/>
          <p:cNvSpPr/>
          <p:nvPr/>
        </p:nvSpPr>
        <p:spPr>
          <a:xfrm>
            <a:off x="-1"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1" name="Google Shape;81;p15"/>
          <p:cNvSpPr/>
          <p:nvPr/>
        </p:nvSpPr>
        <p:spPr>
          <a:xfrm>
            <a:off x="3" y="4100578"/>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2" name="Google Shape;82;p15"/>
          <p:cNvSpPr/>
          <p:nvPr/>
        </p:nvSpPr>
        <p:spPr>
          <a:xfrm>
            <a:off x="810502" y="4100581"/>
            <a:ext cx="6099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3" name="Google Shape;83;p15"/>
          <p:cNvSpPr/>
          <p:nvPr/>
        </p:nvSpPr>
        <p:spPr>
          <a:xfrm>
            <a:off x="1420399" y="0"/>
            <a:ext cx="4320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4" name="Google Shape;84;p15"/>
          <p:cNvSpPr/>
          <p:nvPr/>
        </p:nvSpPr>
        <p:spPr>
          <a:xfrm>
            <a:off x="1420399" y="2040871"/>
            <a:ext cx="4320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5" name="Google Shape;85;p15"/>
          <p:cNvSpPr/>
          <p:nvPr/>
        </p:nvSpPr>
        <p:spPr>
          <a:xfrm>
            <a:off x="1420399" y="1020429"/>
            <a:ext cx="4320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6" name="Google Shape;86;p15"/>
          <p:cNvSpPr/>
          <p:nvPr/>
        </p:nvSpPr>
        <p:spPr>
          <a:xfrm>
            <a:off x="1420401" y="3061475"/>
            <a:ext cx="4320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7" name="Google Shape;87;p15"/>
          <p:cNvSpPr/>
          <p:nvPr/>
        </p:nvSpPr>
        <p:spPr>
          <a:xfrm>
            <a:off x="1420400" y="4100581"/>
            <a:ext cx="4320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8" name="Google Shape;88;p15"/>
          <p:cNvSpPr txBox="1"/>
          <p:nvPr>
            <p:ph type="title"/>
          </p:nvPr>
        </p:nvSpPr>
        <p:spPr>
          <a:xfrm>
            <a:off x="3154650" y="467500"/>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89" name="Google Shape;89;p15"/>
          <p:cNvSpPr txBox="1"/>
          <p:nvPr>
            <p:ph idx="1" type="subTitle"/>
          </p:nvPr>
        </p:nvSpPr>
        <p:spPr>
          <a:xfrm>
            <a:off x="3154650" y="1107294"/>
            <a:ext cx="57609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5"/>
          <p:cNvSpPr/>
          <p:nvPr>
            <p:ph idx="2" type="pic"/>
          </p:nvPr>
        </p:nvSpPr>
        <p:spPr>
          <a:xfrm>
            <a:off x="3154650" y="3875225"/>
            <a:ext cx="618600" cy="808500"/>
          </a:xfrm>
          <a:prstGeom prst="snip2DiagRect">
            <a:avLst>
              <a:gd fmla="val 0" name="adj1"/>
              <a:gd fmla="val 34473" name="adj2"/>
            </a:avLst>
          </a:prstGeom>
          <a:noFill/>
          <a:ln>
            <a:noFill/>
          </a:ln>
        </p:spPr>
      </p:sp>
      <p:sp>
        <p:nvSpPr>
          <p:cNvPr id="91" name="Google Shape;91;p15"/>
          <p:cNvSpPr txBox="1"/>
          <p:nvPr>
            <p:ph idx="3" type="subTitle"/>
          </p:nvPr>
        </p:nvSpPr>
        <p:spPr>
          <a:xfrm>
            <a:off x="3859150" y="4072916"/>
            <a:ext cx="2621700" cy="1731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900"/>
              <a:buFont typeface="Red Hat Display"/>
              <a:buNone/>
              <a:defRPr sz="900">
                <a:solidFill>
                  <a:schemeClr val="dk2"/>
                </a:solidFill>
              </a:defRPr>
            </a:lvl1pPr>
            <a:lvl2pPr lvl="1">
              <a:spcBef>
                <a:spcPts val="0"/>
              </a:spcBef>
              <a:spcAft>
                <a:spcPts val="0"/>
              </a:spcAft>
              <a:buClr>
                <a:schemeClr val="dk2"/>
              </a:buClr>
              <a:buSzPts val="900"/>
              <a:buNone/>
              <a:defRPr sz="900">
                <a:solidFill>
                  <a:schemeClr val="dk2"/>
                </a:solidFill>
              </a:defRPr>
            </a:lvl2pPr>
            <a:lvl3pPr lvl="2">
              <a:spcBef>
                <a:spcPts val="0"/>
              </a:spcBef>
              <a:spcAft>
                <a:spcPts val="0"/>
              </a:spcAft>
              <a:buClr>
                <a:schemeClr val="dk2"/>
              </a:buClr>
              <a:buSzPts val="900"/>
              <a:buNone/>
              <a:defRPr sz="900">
                <a:solidFill>
                  <a:schemeClr val="dk2"/>
                </a:solidFill>
              </a:defRPr>
            </a:lvl3pPr>
            <a:lvl4pPr lvl="3">
              <a:spcBef>
                <a:spcPts val="0"/>
              </a:spcBef>
              <a:spcAft>
                <a:spcPts val="0"/>
              </a:spcAft>
              <a:buClr>
                <a:schemeClr val="dk2"/>
              </a:buClr>
              <a:buSzPts val="900"/>
              <a:buNone/>
              <a:defRPr sz="900">
                <a:solidFill>
                  <a:schemeClr val="dk2"/>
                </a:solidFill>
              </a:defRPr>
            </a:lvl4pPr>
            <a:lvl5pPr lvl="4">
              <a:spcBef>
                <a:spcPts val="0"/>
              </a:spcBef>
              <a:spcAft>
                <a:spcPts val="0"/>
              </a:spcAft>
              <a:buClr>
                <a:schemeClr val="dk2"/>
              </a:buClr>
              <a:buSzPts val="900"/>
              <a:buNone/>
              <a:defRPr sz="900">
                <a:solidFill>
                  <a:schemeClr val="dk2"/>
                </a:solidFill>
              </a:defRPr>
            </a:lvl5pPr>
            <a:lvl6pPr lvl="5">
              <a:spcBef>
                <a:spcPts val="0"/>
              </a:spcBef>
              <a:spcAft>
                <a:spcPts val="0"/>
              </a:spcAft>
              <a:buClr>
                <a:schemeClr val="dk2"/>
              </a:buClr>
              <a:buSzPts val="900"/>
              <a:buNone/>
              <a:defRPr sz="900">
                <a:solidFill>
                  <a:schemeClr val="dk2"/>
                </a:solidFill>
              </a:defRPr>
            </a:lvl6pPr>
            <a:lvl7pPr lvl="6">
              <a:spcBef>
                <a:spcPts val="0"/>
              </a:spcBef>
              <a:spcAft>
                <a:spcPts val="0"/>
              </a:spcAft>
              <a:buClr>
                <a:schemeClr val="dk2"/>
              </a:buClr>
              <a:buSzPts val="900"/>
              <a:buNone/>
              <a:defRPr sz="900">
                <a:solidFill>
                  <a:schemeClr val="dk2"/>
                </a:solidFill>
              </a:defRPr>
            </a:lvl7pPr>
            <a:lvl8pPr lvl="7">
              <a:spcBef>
                <a:spcPts val="0"/>
              </a:spcBef>
              <a:spcAft>
                <a:spcPts val="0"/>
              </a:spcAft>
              <a:buClr>
                <a:schemeClr val="dk2"/>
              </a:buClr>
              <a:buSzPts val="900"/>
              <a:buNone/>
              <a:defRPr sz="900">
                <a:solidFill>
                  <a:schemeClr val="dk2"/>
                </a:solidFill>
              </a:defRPr>
            </a:lvl8pPr>
            <a:lvl9pPr lvl="8">
              <a:spcBef>
                <a:spcPts val="0"/>
              </a:spcBef>
              <a:spcAft>
                <a:spcPts val="0"/>
              </a:spcAft>
              <a:buClr>
                <a:schemeClr val="dk2"/>
              </a:buClr>
              <a:buSzPts val="900"/>
              <a:buNone/>
              <a:defRPr sz="900">
                <a:solidFill>
                  <a:schemeClr val="dk2"/>
                </a:solidFill>
              </a:defRPr>
            </a:lvl9pPr>
          </a:lstStyle>
          <a:p/>
        </p:txBody>
      </p:sp>
      <p:sp>
        <p:nvSpPr>
          <p:cNvPr id="92" name="Google Shape;92;p15"/>
          <p:cNvSpPr txBox="1"/>
          <p:nvPr>
            <p:ph idx="4" type="subTitle"/>
          </p:nvPr>
        </p:nvSpPr>
        <p:spPr>
          <a:xfrm>
            <a:off x="385915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
        <p:nvSpPr>
          <p:cNvPr id="93" name="Google Shape;93;p15"/>
          <p:cNvSpPr txBox="1"/>
          <p:nvPr>
            <p:ph idx="5" type="subTitle"/>
          </p:nvPr>
        </p:nvSpPr>
        <p:spPr>
          <a:xfrm>
            <a:off x="505580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
        <p:nvSpPr>
          <p:cNvPr id="94" name="Google Shape;94;p15"/>
          <p:cNvSpPr txBox="1"/>
          <p:nvPr>
            <p:ph idx="6" type="subTitle"/>
          </p:nvPr>
        </p:nvSpPr>
        <p:spPr>
          <a:xfrm>
            <a:off x="625245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BLANK_2">
    <p:spTree>
      <p:nvGrpSpPr>
        <p:cNvPr id="95" name="Shape 95"/>
        <p:cNvGrpSpPr/>
        <p:nvPr/>
      </p:nvGrpSpPr>
      <p:grpSpPr>
        <a:xfrm>
          <a:off x="0" y="0"/>
          <a:ext cx="0" cy="0"/>
          <a:chOff x="0" y="0"/>
          <a:chExt cx="0" cy="0"/>
        </a:xfrm>
      </p:grpSpPr>
      <p:sp>
        <p:nvSpPr>
          <p:cNvPr id="96" name="Google Shape;96;p16"/>
          <p:cNvSpPr/>
          <p:nvPr/>
        </p:nvSpPr>
        <p:spPr>
          <a:xfrm>
            <a:off x="7291578" y="4100578"/>
            <a:ext cx="8124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7" name="Google Shape;97;p16"/>
          <p:cNvSpPr/>
          <p:nvPr/>
        </p:nvSpPr>
        <p:spPr>
          <a:xfrm>
            <a:off x="8102077" y="4100581"/>
            <a:ext cx="6099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8" name="Google Shape;98;p16"/>
          <p:cNvSpPr/>
          <p:nvPr/>
        </p:nvSpPr>
        <p:spPr>
          <a:xfrm>
            <a:off x="8677575" y="4100576"/>
            <a:ext cx="4665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9" name="Google Shape;99;p16"/>
          <p:cNvSpPr/>
          <p:nvPr/>
        </p:nvSpPr>
        <p:spPr>
          <a:xfrm>
            <a:off x="5206068" y="0"/>
            <a:ext cx="12411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0" name="Google Shape;100;p16"/>
          <p:cNvSpPr/>
          <p:nvPr/>
        </p:nvSpPr>
        <p:spPr>
          <a:xfrm>
            <a:off x="6447262" y="0"/>
            <a:ext cx="8442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1" name="Google Shape;101;p16"/>
          <p:cNvSpPr/>
          <p:nvPr/>
        </p:nvSpPr>
        <p:spPr>
          <a:xfrm>
            <a:off x="8102075"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2" name="Google Shape;102;p16"/>
          <p:cNvSpPr/>
          <p:nvPr/>
        </p:nvSpPr>
        <p:spPr>
          <a:xfrm>
            <a:off x="8102075"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3" name="Google Shape;103;p16"/>
          <p:cNvSpPr/>
          <p:nvPr/>
        </p:nvSpPr>
        <p:spPr>
          <a:xfrm>
            <a:off x="7291578" y="3061484"/>
            <a:ext cx="8124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4" name="Google Shape;104;p16"/>
          <p:cNvSpPr/>
          <p:nvPr/>
        </p:nvSpPr>
        <p:spPr>
          <a:xfrm>
            <a:off x="5206074" y="1020431"/>
            <a:ext cx="12411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5" name="Google Shape;105;p16"/>
          <p:cNvSpPr/>
          <p:nvPr/>
        </p:nvSpPr>
        <p:spPr>
          <a:xfrm>
            <a:off x="4028275" y="0"/>
            <a:ext cx="11778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6" name="Google Shape;106;p16"/>
          <p:cNvSpPr/>
          <p:nvPr/>
        </p:nvSpPr>
        <p:spPr>
          <a:xfrm>
            <a:off x="4028281" y="1020428"/>
            <a:ext cx="1177800" cy="10206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7" name="Google Shape;107;p16"/>
          <p:cNvSpPr/>
          <p:nvPr/>
        </p:nvSpPr>
        <p:spPr>
          <a:xfrm>
            <a:off x="5206074" y="2040861"/>
            <a:ext cx="1241100" cy="10206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8" name="Google Shape;108;p16"/>
          <p:cNvSpPr/>
          <p:nvPr/>
        </p:nvSpPr>
        <p:spPr>
          <a:xfrm>
            <a:off x="8102075"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9" name="Google Shape;109;p16"/>
          <p:cNvSpPr/>
          <p:nvPr/>
        </p:nvSpPr>
        <p:spPr>
          <a:xfrm>
            <a:off x="7291574"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0" name="Google Shape;110;p16"/>
          <p:cNvSpPr/>
          <p:nvPr/>
        </p:nvSpPr>
        <p:spPr>
          <a:xfrm>
            <a:off x="8102080"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1" name="Google Shape;111;p16"/>
          <p:cNvSpPr/>
          <p:nvPr/>
        </p:nvSpPr>
        <p:spPr>
          <a:xfrm>
            <a:off x="7291574"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2" name="Google Shape;112;p16"/>
          <p:cNvSpPr/>
          <p:nvPr/>
        </p:nvSpPr>
        <p:spPr>
          <a:xfrm>
            <a:off x="7291574"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3" name="Google Shape;113;p16"/>
          <p:cNvSpPr/>
          <p:nvPr/>
        </p:nvSpPr>
        <p:spPr>
          <a:xfrm>
            <a:off x="6447262" y="1020429"/>
            <a:ext cx="8442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4" name="Google Shape;114;p16"/>
          <p:cNvSpPr/>
          <p:nvPr/>
        </p:nvSpPr>
        <p:spPr>
          <a:xfrm>
            <a:off x="6447262" y="2040858"/>
            <a:ext cx="8442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5" name="Google Shape;115;p16"/>
          <p:cNvSpPr/>
          <p:nvPr/>
        </p:nvSpPr>
        <p:spPr>
          <a:xfrm>
            <a:off x="6447275" y="3061486"/>
            <a:ext cx="8442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6" name="Google Shape;116;p16"/>
          <p:cNvSpPr/>
          <p:nvPr/>
        </p:nvSpPr>
        <p:spPr>
          <a:xfrm>
            <a:off x="8677575" y="0"/>
            <a:ext cx="4665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7" name="Google Shape;117;p16"/>
          <p:cNvSpPr/>
          <p:nvPr/>
        </p:nvSpPr>
        <p:spPr>
          <a:xfrm>
            <a:off x="8677575" y="2040869"/>
            <a:ext cx="4665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8" name="Google Shape;118;p16"/>
          <p:cNvSpPr/>
          <p:nvPr/>
        </p:nvSpPr>
        <p:spPr>
          <a:xfrm>
            <a:off x="8677575" y="1020428"/>
            <a:ext cx="4665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9" name="Google Shape;119;p16"/>
          <p:cNvSpPr/>
          <p:nvPr/>
        </p:nvSpPr>
        <p:spPr>
          <a:xfrm>
            <a:off x="8677577" y="3061472"/>
            <a:ext cx="4665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0" name="Google Shape;120;p16"/>
          <p:cNvSpPr txBox="1"/>
          <p:nvPr>
            <p:ph type="title"/>
          </p:nvPr>
        </p:nvSpPr>
        <p:spPr>
          <a:xfrm>
            <a:off x="259050" y="3670842"/>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56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BLANK_1">
    <p:bg>
      <p:bgPr>
        <a:solidFill>
          <a:schemeClr val="accent5"/>
        </a:solidFill>
      </p:bgPr>
    </p:bg>
    <p:spTree>
      <p:nvGrpSpPr>
        <p:cNvPr id="121" name="Shape 121"/>
        <p:cNvGrpSpPr/>
        <p:nvPr/>
      </p:nvGrpSpPr>
      <p:grpSpPr>
        <a:xfrm>
          <a:off x="0" y="0"/>
          <a:ext cx="0" cy="0"/>
          <a:chOff x="0" y="0"/>
          <a:chExt cx="0" cy="0"/>
        </a:xfrm>
      </p:grpSpPr>
      <p:grpSp>
        <p:nvGrpSpPr>
          <p:cNvPr id="122" name="Google Shape;122;p17"/>
          <p:cNvGrpSpPr/>
          <p:nvPr/>
        </p:nvGrpSpPr>
        <p:grpSpPr>
          <a:xfrm>
            <a:off x="4895291" y="1377627"/>
            <a:ext cx="4091726" cy="3670806"/>
            <a:chOff x="5223565" y="1672200"/>
            <a:chExt cx="3763198" cy="3376074"/>
          </a:xfrm>
        </p:grpSpPr>
        <p:sp>
          <p:nvSpPr>
            <p:cNvPr id="123" name="Google Shape;123;p17"/>
            <p:cNvSpPr/>
            <p:nvPr/>
          </p:nvSpPr>
          <p:spPr>
            <a:xfrm>
              <a:off x="8597363" y="4658874"/>
              <a:ext cx="389400" cy="389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4" name="Google Shape;124;p17"/>
            <p:cNvSpPr/>
            <p:nvPr/>
          </p:nvSpPr>
          <p:spPr>
            <a:xfrm>
              <a:off x="8221477" y="467476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5" name="Google Shape;125;p17"/>
            <p:cNvSpPr/>
            <p:nvPr/>
          </p:nvSpPr>
          <p:spPr>
            <a:xfrm>
              <a:off x="7827856" y="466875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6" name="Google Shape;126;p17"/>
            <p:cNvSpPr/>
            <p:nvPr/>
          </p:nvSpPr>
          <p:spPr>
            <a:xfrm>
              <a:off x="7434256" y="4656732"/>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7" name="Google Shape;127;p17"/>
            <p:cNvSpPr/>
            <p:nvPr/>
          </p:nvSpPr>
          <p:spPr>
            <a:xfrm>
              <a:off x="7061685" y="4674751"/>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8" name="Google Shape;128;p17"/>
            <p:cNvSpPr/>
            <p:nvPr/>
          </p:nvSpPr>
          <p:spPr>
            <a:xfrm>
              <a:off x="6674992" y="46837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9" name="Google Shape;129;p17"/>
            <p:cNvSpPr/>
            <p:nvPr/>
          </p:nvSpPr>
          <p:spPr>
            <a:xfrm>
              <a:off x="6302724" y="4703118"/>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0" name="Google Shape;130;p17"/>
            <p:cNvSpPr/>
            <p:nvPr/>
          </p:nvSpPr>
          <p:spPr>
            <a:xfrm>
              <a:off x="5931636" y="4719313"/>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1" name="Google Shape;131;p17"/>
            <p:cNvSpPr/>
            <p:nvPr/>
          </p:nvSpPr>
          <p:spPr>
            <a:xfrm>
              <a:off x="5574999" y="475412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2" name="Google Shape;132;p17"/>
            <p:cNvSpPr/>
            <p:nvPr/>
          </p:nvSpPr>
          <p:spPr>
            <a:xfrm>
              <a:off x="5223565" y="4792075"/>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3" name="Google Shape;133;p17"/>
            <p:cNvSpPr/>
            <p:nvPr/>
          </p:nvSpPr>
          <p:spPr>
            <a:xfrm>
              <a:off x="5233309" y="4405993"/>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4" name="Google Shape;134;p17"/>
            <p:cNvSpPr/>
            <p:nvPr/>
          </p:nvSpPr>
          <p:spPr>
            <a:xfrm>
              <a:off x="5255991" y="403107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5" name="Google Shape;135;p17"/>
            <p:cNvSpPr/>
            <p:nvPr/>
          </p:nvSpPr>
          <p:spPr>
            <a:xfrm>
              <a:off x="5577744" y="435924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6" name="Google Shape;136;p17"/>
            <p:cNvSpPr/>
            <p:nvPr/>
          </p:nvSpPr>
          <p:spPr>
            <a:xfrm>
              <a:off x="5597859" y="3989773"/>
              <a:ext cx="128400" cy="128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7" name="Google Shape;137;p17"/>
            <p:cNvSpPr/>
            <p:nvPr/>
          </p:nvSpPr>
          <p:spPr>
            <a:xfrm>
              <a:off x="5617892" y="3617917"/>
              <a:ext cx="88200" cy="8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8" name="Google Shape;138;p17"/>
            <p:cNvSpPr/>
            <p:nvPr/>
          </p:nvSpPr>
          <p:spPr>
            <a:xfrm>
              <a:off x="5640242" y="3256822"/>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9" name="Google Shape;139;p17"/>
            <p:cNvSpPr/>
            <p:nvPr/>
          </p:nvSpPr>
          <p:spPr>
            <a:xfrm>
              <a:off x="5947917" y="4337666"/>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0" name="Google Shape;140;p17"/>
            <p:cNvSpPr/>
            <p:nvPr/>
          </p:nvSpPr>
          <p:spPr>
            <a:xfrm>
              <a:off x="5947917" y="3948966"/>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1" name="Google Shape;141;p17"/>
            <p:cNvSpPr/>
            <p:nvPr/>
          </p:nvSpPr>
          <p:spPr>
            <a:xfrm>
              <a:off x="5971017" y="3583374"/>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2" name="Google Shape;142;p17"/>
            <p:cNvSpPr/>
            <p:nvPr/>
          </p:nvSpPr>
          <p:spPr>
            <a:xfrm>
              <a:off x="6000412" y="3213736"/>
              <a:ext cx="120600" cy="120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3" name="Google Shape;143;p17"/>
            <p:cNvSpPr/>
            <p:nvPr/>
          </p:nvSpPr>
          <p:spPr>
            <a:xfrm>
              <a:off x="6028158" y="2848212"/>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4" name="Google Shape;144;p17"/>
            <p:cNvSpPr/>
            <p:nvPr/>
          </p:nvSpPr>
          <p:spPr>
            <a:xfrm>
              <a:off x="6310165" y="4307974"/>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5" name="Google Shape;145;p17"/>
            <p:cNvSpPr/>
            <p:nvPr/>
          </p:nvSpPr>
          <p:spPr>
            <a:xfrm>
              <a:off x="6317617" y="3928525"/>
              <a:ext cx="251100" cy="251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6" name="Google Shape;146;p17"/>
            <p:cNvSpPr/>
            <p:nvPr/>
          </p:nvSpPr>
          <p:spPr>
            <a:xfrm>
              <a:off x="6338017" y="3557025"/>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7" name="Google Shape;147;p17"/>
            <p:cNvSpPr/>
            <p:nvPr/>
          </p:nvSpPr>
          <p:spPr>
            <a:xfrm>
              <a:off x="6353659" y="3174152"/>
              <a:ext cx="190800" cy="190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8" name="Google Shape;148;p17"/>
            <p:cNvSpPr/>
            <p:nvPr/>
          </p:nvSpPr>
          <p:spPr>
            <a:xfrm>
              <a:off x="6378718" y="2811048"/>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9" name="Google Shape;149;p17"/>
            <p:cNvSpPr/>
            <p:nvPr/>
          </p:nvSpPr>
          <p:spPr>
            <a:xfrm>
              <a:off x="6742842" y="2786001"/>
              <a:ext cx="190800" cy="190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0" name="Google Shape;150;p17"/>
            <p:cNvSpPr/>
            <p:nvPr/>
          </p:nvSpPr>
          <p:spPr>
            <a:xfrm>
              <a:off x="6416508" y="2460862"/>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1" name="Google Shape;151;p17"/>
            <p:cNvSpPr/>
            <p:nvPr/>
          </p:nvSpPr>
          <p:spPr>
            <a:xfrm>
              <a:off x="6767893" y="2423048"/>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2" name="Google Shape;152;p17"/>
            <p:cNvSpPr/>
            <p:nvPr/>
          </p:nvSpPr>
          <p:spPr>
            <a:xfrm>
              <a:off x="6818658" y="2063849"/>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3" name="Google Shape;153;p17"/>
            <p:cNvSpPr/>
            <p:nvPr/>
          </p:nvSpPr>
          <p:spPr>
            <a:xfrm>
              <a:off x="6725510" y="316172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4" name="Google Shape;154;p17"/>
            <p:cNvSpPr/>
            <p:nvPr/>
          </p:nvSpPr>
          <p:spPr>
            <a:xfrm>
              <a:off x="6703814" y="353649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5" name="Google Shape;155;p17"/>
            <p:cNvSpPr/>
            <p:nvPr/>
          </p:nvSpPr>
          <p:spPr>
            <a:xfrm>
              <a:off x="6693510" y="3918330"/>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6" name="Google Shape;156;p17"/>
            <p:cNvSpPr/>
            <p:nvPr/>
          </p:nvSpPr>
          <p:spPr>
            <a:xfrm>
              <a:off x="6683243" y="4298575"/>
              <a:ext cx="302100" cy="302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7" name="Google Shape;157;p17"/>
            <p:cNvSpPr/>
            <p:nvPr/>
          </p:nvSpPr>
          <p:spPr>
            <a:xfrm>
              <a:off x="7061692" y="4285375"/>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8" name="Google Shape;158;p17"/>
            <p:cNvSpPr/>
            <p:nvPr/>
          </p:nvSpPr>
          <p:spPr>
            <a:xfrm>
              <a:off x="7070692" y="3905000"/>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9" name="Google Shape;159;p17"/>
            <p:cNvSpPr/>
            <p:nvPr/>
          </p:nvSpPr>
          <p:spPr>
            <a:xfrm>
              <a:off x="7085092" y="3528700"/>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0" name="Google Shape;160;p17"/>
            <p:cNvSpPr/>
            <p:nvPr/>
          </p:nvSpPr>
          <p:spPr>
            <a:xfrm>
              <a:off x="7103018" y="3150325"/>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1" name="Google Shape;161;p17"/>
            <p:cNvSpPr/>
            <p:nvPr/>
          </p:nvSpPr>
          <p:spPr>
            <a:xfrm>
              <a:off x="7124313" y="2779308"/>
              <a:ext cx="220500" cy="22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2" name="Google Shape;162;p17"/>
            <p:cNvSpPr/>
            <p:nvPr/>
          </p:nvSpPr>
          <p:spPr>
            <a:xfrm>
              <a:off x="7146044" y="2409955"/>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3" name="Google Shape;163;p17"/>
            <p:cNvSpPr/>
            <p:nvPr/>
          </p:nvSpPr>
          <p:spPr>
            <a:xfrm>
              <a:off x="7186793" y="2052175"/>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4" name="Google Shape;164;p17"/>
            <p:cNvSpPr/>
            <p:nvPr/>
          </p:nvSpPr>
          <p:spPr>
            <a:xfrm>
              <a:off x="7976817"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5" name="Google Shape;165;p17"/>
            <p:cNvSpPr/>
            <p:nvPr/>
          </p:nvSpPr>
          <p:spPr>
            <a:xfrm>
              <a:off x="8371192"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6" name="Google Shape;166;p17"/>
            <p:cNvSpPr/>
            <p:nvPr/>
          </p:nvSpPr>
          <p:spPr>
            <a:xfrm>
              <a:off x="8764889"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7" name="Google Shape;167;p17"/>
            <p:cNvSpPr/>
            <p:nvPr/>
          </p:nvSpPr>
          <p:spPr>
            <a:xfrm>
              <a:off x="7441492" y="427460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8" name="Google Shape;168;p17"/>
            <p:cNvSpPr/>
            <p:nvPr/>
          </p:nvSpPr>
          <p:spPr>
            <a:xfrm>
              <a:off x="7452292" y="3896000"/>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9" name="Google Shape;169;p17"/>
            <p:cNvSpPr/>
            <p:nvPr/>
          </p:nvSpPr>
          <p:spPr>
            <a:xfrm>
              <a:off x="7470292" y="351017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0" name="Google Shape;170;p17"/>
            <p:cNvSpPr/>
            <p:nvPr/>
          </p:nvSpPr>
          <p:spPr>
            <a:xfrm>
              <a:off x="7484692" y="3137725"/>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1" name="Google Shape;171;p17"/>
            <p:cNvSpPr/>
            <p:nvPr/>
          </p:nvSpPr>
          <p:spPr>
            <a:xfrm>
              <a:off x="7497293" y="2761300"/>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2" name="Google Shape;172;p17"/>
            <p:cNvSpPr/>
            <p:nvPr/>
          </p:nvSpPr>
          <p:spPr>
            <a:xfrm>
              <a:off x="7515288" y="2386708"/>
              <a:ext cx="220500" cy="22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3" name="Google Shape;173;p17"/>
            <p:cNvSpPr/>
            <p:nvPr/>
          </p:nvSpPr>
          <p:spPr>
            <a:xfrm>
              <a:off x="7564468" y="2035826"/>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4" name="Google Shape;174;p17"/>
            <p:cNvSpPr/>
            <p:nvPr/>
          </p:nvSpPr>
          <p:spPr>
            <a:xfrm>
              <a:off x="7828801" y="427251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5" name="Google Shape;175;p17"/>
            <p:cNvSpPr/>
            <p:nvPr/>
          </p:nvSpPr>
          <p:spPr>
            <a:xfrm>
              <a:off x="7835067"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6" name="Google Shape;176;p17"/>
            <p:cNvSpPr/>
            <p:nvPr/>
          </p:nvSpPr>
          <p:spPr>
            <a:xfrm>
              <a:off x="7850970" y="3509478"/>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7" name="Google Shape;177;p17"/>
            <p:cNvSpPr/>
            <p:nvPr/>
          </p:nvSpPr>
          <p:spPr>
            <a:xfrm>
              <a:off x="7859967"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8" name="Google Shape;178;p17"/>
            <p:cNvSpPr/>
            <p:nvPr/>
          </p:nvSpPr>
          <p:spPr>
            <a:xfrm>
              <a:off x="7886401" y="2761299"/>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9" name="Google Shape;179;p17"/>
            <p:cNvSpPr/>
            <p:nvPr/>
          </p:nvSpPr>
          <p:spPr>
            <a:xfrm>
              <a:off x="7904067" y="2376550"/>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0" name="Google Shape;180;p17"/>
            <p:cNvSpPr/>
            <p:nvPr/>
          </p:nvSpPr>
          <p:spPr>
            <a:xfrm>
              <a:off x="7944867" y="2030125"/>
              <a:ext cx="152100" cy="152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1" name="Google Shape;181;p17"/>
            <p:cNvSpPr/>
            <p:nvPr/>
          </p:nvSpPr>
          <p:spPr>
            <a:xfrm>
              <a:off x="8330538" y="203012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2" name="Google Shape;182;p17"/>
            <p:cNvSpPr/>
            <p:nvPr/>
          </p:nvSpPr>
          <p:spPr>
            <a:xfrm>
              <a:off x="8717639" y="2025398"/>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3" name="Google Shape;183;p17"/>
            <p:cNvSpPr/>
            <p:nvPr/>
          </p:nvSpPr>
          <p:spPr>
            <a:xfrm>
              <a:off x="8298197" y="238391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4" name="Google Shape;184;p17"/>
            <p:cNvSpPr/>
            <p:nvPr/>
          </p:nvSpPr>
          <p:spPr>
            <a:xfrm>
              <a:off x="8691644" y="238391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5" name="Google Shape;185;p17"/>
            <p:cNvSpPr/>
            <p:nvPr/>
          </p:nvSpPr>
          <p:spPr>
            <a:xfrm>
              <a:off x="8273879" y="276068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6" name="Google Shape;186;p17"/>
            <p:cNvSpPr/>
            <p:nvPr/>
          </p:nvSpPr>
          <p:spPr>
            <a:xfrm>
              <a:off x="8662489" y="276068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7" name="Google Shape;187;p17"/>
            <p:cNvSpPr/>
            <p:nvPr/>
          </p:nvSpPr>
          <p:spPr>
            <a:xfrm>
              <a:off x="8248467"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8" name="Google Shape;188;p17"/>
            <p:cNvSpPr/>
            <p:nvPr/>
          </p:nvSpPr>
          <p:spPr>
            <a:xfrm>
              <a:off x="8649389"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9" name="Google Shape;189;p17"/>
            <p:cNvSpPr/>
            <p:nvPr/>
          </p:nvSpPr>
          <p:spPr>
            <a:xfrm>
              <a:off x="8228667" y="3498675"/>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0" name="Google Shape;190;p17"/>
            <p:cNvSpPr/>
            <p:nvPr/>
          </p:nvSpPr>
          <p:spPr>
            <a:xfrm>
              <a:off x="8620488" y="3498675"/>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1" name="Google Shape;191;p17"/>
            <p:cNvSpPr/>
            <p:nvPr/>
          </p:nvSpPr>
          <p:spPr>
            <a:xfrm>
              <a:off x="8225203"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2" name="Google Shape;192;p17"/>
            <p:cNvSpPr/>
            <p:nvPr/>
          </p:nvSpPr>
          <p:spPr>
            <a:xfrm>
              <a:off x="8616393"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3" name="Google Shape;193;p17"/>
            <p:cNvSpPr/>
            <p:nvPr/>
          </p:nvSpPr>
          <p:spPr>
            <a:xfrm>
              <a:off x="8217728" y="4274243"/>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4" name="Google Shape;194;p17"/>
            <p:cNvSpPr/>
            <p:nvPr/>
          </p:nvSpPr>
          <p:spPr>
            <a:xfrm>
              <a:off x="8605974" y="4274243"/>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grpSp>
      <p:grpSp>
        <p:nvGrpSpPr>
          <p:cNvPr id="195" name="Google Shape;195;p17"/>
          <p:cNvGrpSpPr/>
          <p:nvPr/>
        </p:nvGrpSpPr>
        <p:grpSpPr>
          <a:xfrm>
            <a:off x="142078" y="79823"/>
            <a:ext cx="2140834" cy="1767927"/>
            <a:chOff x="142083" y="79814"/>
            <a:chExt cx="1831025" cy="1512212"/>
          </a:xfrm>
        </p:grpSpPr>
        <p:sp>
          <p:nvSpPr>
            <p:cNvPr id="196" name="Google Shape;196;p17"/>
            <p:cNvSpPr/>
            <p:nvPr/>
          </p:nvSpPr>
          <p:spPr>
            <a:xfrm>
              <a:off x="142083" y="798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7" name="Google Shape;197;p17"/>
            <p:cNvSpPr/>
            <p:nvPr/>
          </p:nvSpPr>
          <p:spPr>
            <a:xfrm>
              <a:off x="487858" y="872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8" name="Google Shape;198;p17"/>
            <p:cNvSpPr/>
            <p:nvPr/>
          </p:nvSpPr>
          <p:spPr>
            <a:xfrm>
              <a:off x="839135" y="872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9" name="Google Shape;199;p17"/>
            <p:cNvSpPr/>
            <p:nvPr/>
          </p:nvSpPr>
          <p:spPr>
            <a:xfrm>
              <a:off x="1191033" y="1054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0" name="Google Shape;200;p17"/>
            <p:cNvSpPr/>
            <p:nvPr/>
          </p:nvSpPr>
          <p:spPr>
            <a:xfrm>
              <a:off x="1537808" y="1154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1" name="Google Shape;201;p17"/>
            <p:cNvSpPr/>
            <p:nvPr/>
          </p:nvSpPr>
          <p:spPr>
            <a:xfrm>
              <a:off x="1908008" y="1487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2" name="Google Shape;202;p17"/>
            <p:cNvSpPr/>
            <p:nvPr/>
          </p:nvSpPr>
          <p:spPr>
            <a:xfrm>
              <a:off x="164883" y="4226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3" name="Google Shape;203;p17"/>
            <p:cNvSpPr/>
            <p:nvPr/>
          </p:nvSpPr>
          <p:spPr>
            <a:xfrm>
              <a:off x="506960" y="4278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4" name="Google Shape;204;p17"/>
            <p:cNvSpPr/>
            <p:nvPr/>
          </p:nvSpPr>
          <p:spPr>
            <a:xfrm>
              <a:off x="854387" y="4367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5" name="Google Shape;205;p17"/>
            <p:cNvSpPr/>
            <p:nvPr/>
          </p:nvSpPr>
          <p:spPr>
            <a:xfrm>
              <a:off x="1202034" y="4503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6" name="Google Shape;206;p17"/>
            <p:cNvSpPr/>
            <p:nvPr/>
          </p:nvSpPr>
          <p:spPr>
            <a:xfrm>
              <a:off x="1558407" y="4700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7" name="Google Shape;207;p17"/>
            <p:cNvSpPr/>
            <p:nvPr/>
          </p:nvSpPr>
          <p:spPr>
            <a:xfrm>
              <a:off x="1924408" y="4998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8" name="Google Shape;208;p17"/>
            <p:cNvSpPr/>
            <p:nvPr/>
          </p:nvSpPr>
          <p:spPr>
            <a:xfrm>
              <a:off x="529964" y="7756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9" name="Google Shape;209;p17"/>
            <p:cNvSpPr/>
            <p:nvPr/>
          </p:nvSpPr>
          <p:spPr>
            <a:xfrm>
              <a:off x="185718" y="7654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0" name="Google Shape;210;p17"/>
            <p:cNvSpPr/>
            <p:nvPr/>
          </p:nvSpPr>
          <p:spPr>
            <a:xfrm>
              <a:off x="873448" y="7840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1" name="Google Shape;211;p17"/>
            <p:cNvSpPr/>
            <p:nvPr/>
          </p:nvSpPr>
          <p:spPr>
            <a:xfrm>
              <a:off x="1230921" y="8045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2" name="Google Shape;212;p17"/>
            <p:cNvSpPr/>
            <p:nvPr/>
          </p:nvSpPr>
          <p:spPr>
            <a:xfrm>
              <a:off x="1577346" y="8242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3" name="Google Shape;213;p17"/>
            <p:cNvSpPr/>
            <p:nvPr/>
          </p:nvSpPr>
          <p:spPr>
            <a:xfrm>
              <a:off x="551148" y="11221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4" name="Google Shape;214;p17"/>
            <p:cNvSpPr/>
            <p:nvPr/>
          </p:nvSpPr>
          <p:spPr>
            <a:xfrm>
              <a:off x="201014" y="11153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5" name="Google Shape;215;p17"/>
            <p:cNvSpPr/>
            <p:nvPr/>
          </p:nvSpPr>
          <p:spPr>
            <a:xfrm>
              <a:off x="900639" y="11443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6" name="Google Shape;216;p17"/>
            <p:cNvSpPr/>
            <p:nvPr/>
          </p:nvSpPr>
          <p:spPr>
            <a:xfrm>
              <a:off x="1258496" y="11609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7" name="Google Shape;217;p17"/>
            <p:cNvSpPr/>
            <p:nvPr/>
          </p:nvSpPr>
          <p:spPr>
            <a:xfrm>
              <a:off x="240458" y="14840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8" name="Google Shape;218;p17"/>
            <p:cNvSpPr/>
            <p:nvPr/>
          </p:nvSpPr>
          <p:spPr>
            <a:xfrm>
              <a:off x="583108" y="14861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9" name="Google Shape;219;p17"/>
            <p:cNvSpPr/>
            <p:nvPr/>
          </p:nvSpPr>
          <p:spPr>
            <a:xfrm>
              <a:off x="937805" y="15085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grpSp>
      <p:sp>
        <p:nvSpPr>
          <p:cNvPr id="220" name="Google Shape;220;p17"/>
          <p:cNvSpPr txBox="1"/>
          <p:nvPr>
            <p:ph type="title"/>
          </p:nvPr>
        </p:nvSpPr>
        <p:spPr>
          <a:xfrm>
            <a:off x="228600" y="2160392"/>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221" name="Google Shape;221;p17"/>
          <p:cNvSpPr txBox="1"/>
          <p:nvPr>
            <p:ph idx="1" type="subTitle"/>
          </p:nvPr>
        </p:nvSpPr>
        <p:spPr>
          <a:xfrm>
            <a:off x="228600" y="2800192"/>
            <a:ext cx="49167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1">
  <p:cSld name="CUSTOM">
    <p:spTree>
      <p:nvGrpSpPr>
        <p:cNvPr id="222" name="Shape 222"/>
        <p:cNvGrpSpPr/>
        <p:nvPr/>
      </p:nvGrpSpPr>
      <p:grpSpPr>
        <a:xfrm>
          <a:off x="0" y="0"/>
          <a:ext cx="0" cy="0"/>
          <a:chOff x="0" y="0"/>
          <a:chExt cx="0" cy="0"/>
        </a:xfrm>
      </p:grpSpPr>
      <p:sp>
        <p:nvSpPr>
          <p:cNvPr id="223" name="Google Shape;223;p18"/>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24" name="Google Shape;224;p18"/>
          <p:cNvSpPr/>
          <p:nvPr>
            <p:ph idx="2" type="pic"/>
          </p:nvPr>
        </p:nvSpPr>
        <p:spPr>
          <a:xfrm>
            <a:off x="228425" y="1804150"/>
            <a:ext cx="1444500" cy="1451400"/>
          </a:xfrm>
          <a:prstGeom prst="rect">
            <a:avLst/>
          </a:prstGeom>
          <a:noFill/>
          <a:ln>
            <a:noFill/>
          </a:ln>
        </p:spPr>
      </p:sp>
      <p:sp>
        <p:nvSpPr>
          <p:cNvPr id="225" name="Google Shape;225;p18"/>
          <p:cNvSpPr/>
          <p:nvPr>
            <p:ph idx="3" type="pic"/>
          </p:nvPr>
        </p:nvSpPr>
        <p:spPr>
          <a:xfrm>
            <a:off x="2036775" y="1804150"/>
            <a:ext cx="1444500" cy="1451400"/>
          </a:xfrm>
          <a:prstGeom prst="rect">
            <a:avLst/>
          </a:prstGeom>
          <a:noFill/>
          <a:ln>
            <a:noFill/>
          </a:ln>
        </p:spPr>
      </p:sp>
      <p:sp>
        <p:nvSpPr>
          <p:cNvPr id="226" name="Google Shape;226;p18"/>
          <p:cNvSpPr/>
          <p:nvPr>
            <p:ph idx="4" type="pic"/>
          </p:nvPr>
        </p:nvSpPr>
        <p:spPr>
          <a:xfrm>
            <a:off x="3844088" y="1804150"/>
            <a:ext cx="1444500" cy="1451400"/>
          </a:xfrm>
          <a:prstGeom prst="rect">
            <a:avLst/>
          </a:prstGeom>
          <a:noFill/>
          <a:ln>
            <a:noFill/>
          </a:ln>
        </p:spPr>
      </p:sp>
      <p:sp>
        <p:nvSpPr>
          <p:cNvPr id="227" name="Google Shape;227;p18"/>
          <p:cNvSpPr/>
          <p:nvPr>
            <p:ph idx="5" type="pic"/>
          </p:nvPr>
        </p:nvSpPr>
        <p:spPr>
          <a:xfrm>
            <a:off x="5655513" y="1804150"/>
            <a:ext cx="1444500" cy="1451400"/>
          </a:xfrm>
          <a:prstGeom prst="rect">
            <a:avLst/>
          </a:prstGeom>
          <a:noFill/>
          <a:ln>
            <a:noFill/>
          </a:ln>
        </p:spPr>
      </p:sp>
      <p:sp>
        <p:nvSpPr>
          <p:cNvPr id="228" name="Google Shape;228;p18"/>
          <p:cNvSpPr/>
          <p:nvPr>
            <p:ph idx="6" type="pic"/>
          </p:nvPr>
        </p:nvSpPr>
        <p:spPr>
          <a:xfrm>
            <a:off x="7470863" y="1804150"/>
            <a:ext cx="1444500" cy="1451400"/>
          </a:xfrm>
          <a:prstGeom prst="rect">
            <a:avLst/>
          </a:prstGeom>
          <a:noFill/>
          <a:ln>
            <a:noFill/>
          </a:ln>
        </p:spPr>
      </p:sp>
      <p:sp>
        <p:nvSpPr>
          <p:cNvPr id="229" name="Google Shape;229;p18"/>
          <p:cNvSpPr txBox="1"/>
          <p:nvPr>
            <p:ph idx="1" type="subTitle"/>
          </p:nvPr>
        </p:nvSpPr>
        <p:spPr>
          <a:xfrm>
            <a:off x="326700"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30" name="Google Shape;230;p18"/>
          <p:cNvSpPr txBox="1"/>
          <p:nvPr>
            <p:ph idx="7" type="subTitle"/>
          </p:nvPr>
        </p:nvSpPr>
        <p:spPr>
          <a:xfrm>
            <a:off x="326700"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31" name="Google Shape;231;p18"/>
          <p:cNvSpPr txBox="1"/>
          <p:nvPr>
            <p:ph idx="8" type="subTitle"/>
          </p:nvPr>
        </p:nvSpPr>
        <p:spPr>
          <a:xfrm>
            <a:off x="2131863"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None/>
              <a:defRPr b="1" sz="10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32" name="Google Shape;232;p18"/>
          <p:cNvSpPr txBox="1"/>
          <p:nvPr>
            <p:ph idx="9" type="subTitle"/>
          </p:nvPr>
        </p:nvSpPr>
        <p:spPr>
          <a:xfrm>
            <a:off x="2131863"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33" name="Google Shape;233;p18"/>
          <p:cNvSpPr txBox="1"/>
          <p:nvPr>
            <p:ph idx="13" type="subTitle"/>
          </p:nvPr>
        </p:nvSpPr>
        <p:spPr>
          <a:xfrm>
            <a:off x="3945850"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34" name="Google Shape;234;p18"/>
          <p:cNvSpPr txBox="1"/>
          <p:nvPr>
            <p:ph idx="14" type="subTitle"/>
          </p:nvPr>
        </p:nvSpPr>
        <p:spPr>
          <a:xfrm>
            <a:off x="3945850"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35" name="Google Shape;235;p18"/>
          <p:cNvSpPr txBox="1"/>
          <p:nvPr>
            <p:ph idx="15" type="subTitle"/>
          </p:nvPr>
        </p:nvSpPr>
        <p:spPr>
          <a:xfrm>
            <a:off x="5753462"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36" name="Google Shape;236;p18"/>
          <p:cNvSpPr txBox="1"/>
          <p:nvPr>
            <p:ph idx="16" type="subTitle"/>
          </p:nvPr>
        </p:nvSpPr>
        <p:spPr>
          <a:xfrm>
            <a:off x="5753462"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37" name="Google Shape;237;p18"/>
          <p:cNvSpPr txBox="1"/>
          <p:nvPr>
            <p:ph idx="17" type="subTitle"/>
          </p:nvPr>
        </p:nvSpPr>
        <p:spPr>
          <a:xfrm>
            <a:off x="7569712"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38" name="Google Shape;238;p18"/>
          <p:cNvSpPr txBox="1"/>
          <p:nvPr>
            <p:ph idx="18" type="subTitle"/>
          </p:nvPr>
        </p:nvSpPr>
        <p:spPr>
          <a:xfrm>
            <a:off x="7569712"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2">
  <p:cSld name="CUSTOM_1">
    <p:spTree>
      <p:nvGrpSpPr>
        <p:cNvPr id="239" name="Shape 239"/>
        <p:cNvGrpSpPr/>
        <p:nvPr/>
      </p:nvGrpSpPr>
      <p:grpSpPr>
        <a:xfrm>
          <a:off x="0" y="0"/>
          <a:ext cx="0" cy="0"/>
          <a:chOff x="0" y="0"/>
          <a:chExt cx="0" cy="0"/>
        </a:xfrm>
      </p:grpSpPr>
      <p:sp>
        <p:nvSpPr>
          <p:cNvPr id="240" name="Google Shape;240;p19"/>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41" name="Google Shape;241;p19"/>
          <p:cNvSpPr/>
          <p:nvPr/>
        </p:nvSpPr>
        <p:spPr>
          <a:xfrm>
            <a:off x="4898537" y="6100"/>
            <a:ext cx="1059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2" name="Google Shape;242;p19"/>
          <p:cNvSpPr/>
          <p:nvPr/>
        </p:nvSpPr>
        <p:spPr>
          <a:xfrm>
            <a:off x="5962868" y="6100"/>
            <a:ext cx="2115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3" name="Google Shape;243;p19"/>
          <p:cNvSpPr/>
          <p:nvPr/>
        </p:nvSpPr>
        <p:spPr>
          <a:xfrm>
            <a:off x="8077928" y="6100"/>
            <a:ext cx="1059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4" name="Google Shape;244;p19"/>
          <p:cNvSpPr/>
          <p:nvPr/>
        </p:nvSpPr>
        <p:spPr>
          <a:xfrm>
            <a:off x="3063300" y="6100"/>
            <a:ext cx="18354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5" name="Google Shape;245;p19"/>
          <p:cNvSpPr/>
          <p:nvPr>
            <p:ph idx="2" type="pic"/>
          </p:nvPr>
        </p:nvSpPr>
        <p:spPr>
          <a:xfrm>
            <a:off x="228425" y="1992125"/>
            <a:ext cx="1444500" cy="1451400"/>
          </a:xfrm>
          <a:prstGeom prst="rect">
            <a:avLst/>
          </a:prstGeom>
          <a:noFill/>
          <a:ln>
            <a:noFill/>
          </a:ln>
        </p:spPr>
      </p:sp>
      <p:sp>
        <p:nvSpPr>
          <p:cNvPr id="246" name="Google Shape;246;p19"/>
          <p:cNvSpPr/>
          <p:nvPr>
            <p:ph idx="3" type="pic"/>
          </p:nvPr>
        </p:nvSpPr>
        <p:spPr>
          <a:xfrm>
            <a:off x="2039088" y="1992125"/>
            <a:ext cx="1444500" cy="1451400"/>
          </a:xfrm>
          <a:prstGeom prst="rect">
            <a:avLst/>
          </a:prstGeom>
          <a:noFill/>
          <a:ln>
            <a:noFill/>
          </a:ln>
        </p:spPr>
      </p:sp>
      <p:sp>
        <p:nvSpPr>
          <p:cNvPr id="247" name="Google Shape;247;p19"/>
          <p:cNvSpPr/>
          <p:nvPr>
            <p:ph idx="4" type="pic"/>
          </p:nvPr>
        </p:nvSpPr>
        <p:spPr>
          <a:xfrm>
            <a:off x="3849663" y="1992125"/>
            <a:ext cx="1444500" cy="1451400"/>
          </a:xfrm>
          <a:prstGeom prst="rect">
            <a:avLst/>
          </a:prstGeom>
          <a:noFill/>
          <a:ln>
            <a:noFill/>
          </a:ln>
        </p:spPr>
      </p:sp>
      <p:sp>
        <p:nvSpPr>
          <p:cNvPr id="248" name="Google Shape;248;p19"/>
          <p:cNvSpPr/>
          <p:nvPr>
            <p:ph idx="5" type="pic"/>
          </p:nvPr>
        </p:nvSpPr>
        <p:spPr>
          <a:xfrm>
            <a:off x="5660238" y="1992125"/>
            <a:ext cx="1444500" cy="1451400"/>
          </a:xfrm>
          <a:prstGeom prst="rect">
            <a:avLst/>
          </a:prstGeom>
          <a:noFill/>
          <a:ln>
            <a:noFill/>
          </a:ln>
        </p:spPr>
      </p:sp>
      <p:sp>
        <p:nvSpPr>
          <p:cNvPr id="249" name="Google Shape;249;p19"/>
          <p:cNvSpPr/>
          <p:nvPr>
            <p:ph idx="6" type="pic"/>
          </p:nvPr>
        </p:nvSpPr>
        <p:spPr>
          <a:xfrm>
            <a:off x="7470738" y="1992125"/>
            <a:ext cx="1444500" cy="1451400"/>
          </a:xfrm>
          <a:prstGeom prst="rect">
            <a:avLst/>
          </a:prstGeom>
          <a:noFill/>
          <a:ln>
            <a:noFill/>
          </a:ln>
        </p:spPr>
      </p:sp>
      <p:sp>
        <p:nvSpPr>
          <p:cNvPr id="250" name="Google Shape;250;p19"/>
          <p:cNvSpPr txBox="1"/>
          <p:nvPr>
            <p:ph idx="1" type="subTitle"/>
          </p:nvPr>
        </p:nvSpPr>
        <p:spPr>
          <a:xfrm>
            <a:off x="326700"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51" name="Google Shape;251;p19"/>
          <p:cNvSpPr txBox="1"/>
          <p:nvPr>
            <p:ph idx="7" type="subTitle"/>
          </p:nvPr>
        </p:nvSpPr>
        <p:spPr>
          <a:xfrm>
            <a:off x="326700"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2" name="Google Shape;252;p19"/>
          <p:cNvSpPr txBox="1"/>
          <p:nvPr>
            <p:ph idx="8" type="subTitle"/>
          </p:nvPr>
        </p:nvSpPr>
        <p:spPr>
          <a:xfrm>
            <a:off x="212516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None/>
              <a:defRPr b="1" sz="10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53" name="Google Shape;253;p19"/>
          <p:cNvSpPr txBox="1"/>
          <p:nvPr>
            <p:ph idx="9" type="subTitle"/>
          </p:nvPr>
        </p:nvSpPr>
        <p:spPr>
          <a:xfrm>
            <a:off x="212516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4" name="Google Shape;254;p19"/>
          <p:cNvSpPr txBox="1"/>
          <p:nvPr>
            <p:ph idx="13" type="subTitle"/>
          </p:nvPr>
        </p:nvSpPr>
        <p:spPr>
          <a:xfrm>
            <a:off x="393566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55" name="Google Shape;255;p19"/>
          <p:cNvSpPr txBox="1"/>
          <p:nvPr>
            <p:ph idx="14" type="subTitle"/>
          </p:nvPr>
        </p:nvSpPr>
        <p:spPr>
          <a:xfrm>
            <a:off x="393566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6" name="Google Shape;256;p19"/>
          <p:cNvSpPr txBox="1"/>
          <p:nvPr>
            <p:ph idx="15" type="subTitle"/>
          </p:nvPr>
        </p:nvSpPr>
        <p:spPr>
          <a:xfrm>
            <a:off x="5746188"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57" name="Google Shape;257;p19"/>
          <p:cNvSpPr txBox="1"/>
          <p:nvPr>
            <p:ph idx="16" type="subTitle"/>
          </p:nvPr>
        </p:nvSpPr>
        <p:spPr>
          <a:xfrm>
            <a:off x="5746188"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8" name="Google Shape;258;p19"/>
          <p:cNvSpPr txBox="1"/>
          <p:nvPr>
            <p:ph idx="17" type="subTitle"/>
          </p:nvPr>
        </p:nvSpPr>
        <p:spPr>
          <a:xfrm>
            <a:off x="755671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59" name="Google Shape;259;p19"/>
          <p:cNvSpPr txBox="1"/>
          <p:nvPr>
            <p:ph idx="18" type="subTitle"/>
          </p:nvPr>
        </p:nvSpPr>
        <p:spPr>
          <a:xfrm>
            <a:off x="755671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60" name="Google Shape;260;p19"/>
          <p:cNvSpPr txBox="1"/>
          <p:nvPr>
            <p:ph idx="19" type="body"/>
          </p:nvPr>
        </p:nvSpPr>
        <p:spPr>
          <a:xfrm>
            <a:off x="228675"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61" name="Google Shape;261;p19"/>
          <p:cNvSpPr txBox="1"/>
          <p:nvPr>
            <p:ph idx="20" type="body"/>
          </p:nvPr>
        </p:nvSpPr>
        <p:spPr>
          <a:xfrm>
            <a:off x="2039100"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62" name="Google Shape;262;p19"/>
          <p:cNvSpPr txBox="1"/>
          <p:nvPr>
            <p:ph idx="21" type="body"/>
          </p:nvPr>
        </p:nvSpPr>
        <p:spPr>
          <a:xfrm>
            <a:off x="3849525" y="3618600"/>
            <a:ext cx="1444500" cy="1065000"/>
          </a:xfrm>
          <a:prstGeom prst="rect">
            <a:avLst/>
          </a:prstGeom>
        </p:spPr>
        <p:txBody>
          <a:bodyPr anchorCtr="0" anchor="t" bIns="91425" lIns="0" spcFirstLastPara="1" rIns="91425" wrap="square" tIns="0">
            <a:sp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Char char="○"/>
              <a:defRPr sz="800"/>
            </a:lvl2pPr>
            <a:lvl3pPr indent="-279400" lvl="2" marL="1371600">
              <a:lnSpc>
                <a:spcPct val="100000"/>
              </a:lnSpc>
              <a:spcBef>
                <a:spcPts val="0"/>
              </a:spcBef>
              <a:spcAft>
                <a:spcPts val="0"/>
              </a:spcAft>
              <a:buSzPts val="800"/>
              <a:buChar char="■"/>
              <a:defRPr sz="800"/>
            </a:lvl3pPr>
            <a:lvl4pPr indent="-279400" lvl="3" marL="1828800">
              <a:lnSpc>
                <a:spcPct val="100000"/>
              </a:lnSpc>
              <a:spcBef>
                <a:spcPts val="0"/>
              </a:spcBef>
              <a:spcAft>
                <a:spcPts val="0"/>
              </a:spcAft>
              <a:buSzPts val="800"/>
              <a:buChar char="●"/>
              <a:defRPr sz="800"/>
            </a:lvl4pPr>
            <a:lvl5pPr indent="-279400" lvl="4" marL="2286000">
              <a:lnSpc>
                <a:spcPct val="100000"/>
              </a:lnSpc>
              <a:spcBef>
                <a:spcPts val="0"/>
              </a:spcBef>
              <a:spcAft>
                <a:spcPts val="0"/>
              </a:spcAft>
              <a:buSzPts val="800"/>
              <a:buChar char="○"/>
              <a:defRPr sz="800"/>
            </a:lvl5pPr>
            <a:lvl6pPr indent="-279400" lvl="5" marL="2743200">
              <a:lnSpc>
                <a:spcPct val="100000"/>
              </a:lnSpc>
              <a:spcBef>
                <a:spcPts val="0"/>
              </a:spcBef>
              <a:spcAft>
                <a:spcPts val="0"/>
              </a:spcAft>
              <a:buSzPts val="800"/>
              <a:buChar char="■"/>
              <a:defRPr sz="800"/>
            </a:lvl6pPr>
            <a:lvl7pPr indent="-279400" lvl="6" marL="3200400">
              <a:lnSpc>
                <a:spcPct val="100000"/>
              </a:lnSpc>
              <a:spcBef>
                <a:spcPts val="0"/>
              </a:spcBef>
              <a:spcAft>
                <a:spcPts val="0"/>
              </a:spcAft>
              <a:buSzPts val="800"/>
              <a:buChar char="●"/>
              <a:defRPr sz="800"/>
            </a:lvl7pPr>
            <a:lvl8pPr indent="-279400" lvl="7" marL="3657600">
              <a:lnSpc>
                <a:spcPct val="100000"/>
              </a:lnSpc>
              <a:spcBef>
                <a:spcPts val="0"/>
              </a:spcBef>
              <a:spcAft>
                <a:spcPts val="0"/>
              </a:spcAft>
              <a:buSzPts val="800"/>
              <a:buChar char="○"/>
              <a:defRPr sz="800"/>
            </a:lvl8pPr>
            <a:lvl9pPr indent="-279400" lvl="8" marL="4114800">
              <a:lnSpc>
                <a:spcPct val="100000"/>
              </a:lnSpc>
              <a:spcBef>
                <a:spcPts val="0"/>
              </a:spcBef>
              <a:spcAft>
                <a:spcPts val="0"/>
              </a:spcAft>
              <a:buSzPts val="800"/>
              <a:buChar char="■"/>
              <a:defRPr sz="800"/>
            </a:lvl9pPr>
          </a:lstStyle>
          <a:p/>
        </p:txBody>
      </p:sp>
      <p:sp>
        <p:nvSpPr>
          <p:cNvPr id="263" name="Google Shape;263;p19"/>
          <p:cNvSpPr txBox="1"/>
          <p:nvPr>
            <p:ph idx="22" type="body"/>
          </p:nvPr>
        </p:nvSpPr>
        <p:spPr>
          <a:xfrm>
            <a:off x="5659950"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64" name="Google Shape;264;p19"/>
          <p:cNvSpPr txBox="1"/>
          <p:nvPr>
            <p:ph idx="23" type="body"/>
          </p:nvPr>
        </p:nvSpPr>
        <p:spPr>
          <a:xfrm>
            <a:off x="7470375"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BLANK_1_1_1_1">
    <p:spTree>
      <p:nvGrpSpPr>
        <p:cNvPr id="265" name="Shape 265"/>
        <p:cNvGrpSpPr/>
        <p:nvPr/>
      </p:nvGrpSpPr>
      <p:grpSpPr>
        <a:xfrm>
          <a:off x="0" y="0"/>
          <a:ext cx="0" cy="0"/>
          <a:chOff x="0" y="0"/>
          <a:chExt cx="0" cy="0"/>
        </a:xfrm>
      </p:grpSpPr>
      <p:sp>
        <p:nvSpPr>
          <p:cNvPr id="266" name="Google Shape;266;p20"/>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locks">
  <p:cSld name="BLANK_1_1_1_1_3">
    <p:spTree>
      <p:nvGrpSpPr>
        <p:cNvPr id="267" name="Shape 267"/>
        <p:cNvGrpSpPr/>
        <p:nvPr/>
      </p:nvGrpSpPr>
      <p:grpSpPr>
        <a:xfrm>
          <a:off x="0" y="0"/>
          <a:ext cx="0" cy="0"/>
          <a:chOff x="0" y="0"/>
          <a:chExt cx="0" cy="0"/>
        </a:xfrm>
      </p:grpSpPr>
      <p:sp>
        <p:nvSpPr>
          <p:cNvPr id="268" name="Google Shape;268;p21"/>
          <p:cNvSpPr txBox="1"/>
          <p:nvPr>
            <p:ph idx="1" type="subTitle"/>
          </p:nvPr>
        </p:nvSpPr>
        <p:spPr>
          <a:xfrm>
            <a:off x="424600"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69" name="Google Shape;269;p21"/>
          <p:cNvSpPr txBox="1"/>
          <p:nvPr>
            <p:ph idx="2" type="body"/>
          </p:nvPr>
        </p:nvSpPr>
        <p:spPr>
          <a:xfrm>
            <a:off x="424600"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70" name="Google Shape;270;p21"/>
          <p:cNvSpPr txBox="1"/>
          <p:nvPr>
            <p:ph idx="3" type="subTitle"/>
          </p:nvPr>
        </p:nvSpPr>
        <p:spPr>
          <a:xfrm>
            <a:off x="3329688"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71" name="Google Shape;271;p21"/>
          <p:cNvSpPr txBox="1"/>
          <p:nvPr>
            <p:ph idx="4" type="body"/>
          </p:nvPr>
        </p:nvSpPr>
        <p:spPr>
          <a:xfrm>
            <a:off x="3329688"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72" name="Google Shape;272;p21"/>
          <p:cNvSpPr txBox="1"/>
          <p:nvPr>
            <p:ph idx="5" type="subTitle"/>
          </p:nvPr>
        </p:nvSpPr>
        <p:spPr>
          <a:xfrm>
            <a:off x="6237091"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73" name="Google Shape;273;p21"/>
          <p:cNvSpPr txBox="1"/>
          <p:nvPr>
            <p:ph idx="6" type="body"/>
          </p:nvPr>
        </p:nvSpPr>
        <p:spPr>
          <a:xfrm>
            <a:off x="6237091"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74" name="Google Shape;274;p21"/>
          <p:cNvSpPr txBox="1"/>
          <p:nvPr>
            <p:ph type="title"/>
          </p:nvPr>
        </p:nvSpPr>
        <p:spPr>
          <a:xfrm>
            <a:off x="228600" y="420025"/>
            <a:ext cx="48177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75" name="Google Shape;275;p21"/>
          <p:cNvSpPr txBox="1"/>
          <p:nvPr>
            <p:ph idx="7" type="subTitle"/>
          </p:nvPr>
        </p:nvSpPr>
        <p:spPr>
          <a:xfrm>
            <a:off x="424600" y="3474395"/>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76" name="Google Shape;276;p21"/>
          <p:cNvSpPr txBox="1"/>
          <p:nvPr>
            <p:ph idx="8" type="body"/>
          </p:nvPr>
        </p:nvSpPr>
        <p:spPr>
          <a:xfrm>
            <a:off x="424600" y="3724325"/>
            <a:ext cx="3718800" cy="4146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77" name="Google Shape;277;p21"/>
          <p:cNvSpPr txBox="1"/>
          <p:nvPr>
            <p:ph idx="9" type="subTitle"/>
          </p:nvPr>
        </p:nvSpPr>
        <p:spPr>
          <a:xfrm>
            <a:off x="4815675" y="3474395"/>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78" name="Google Shape;278;p21"/>
          <p:cNvSpPr txBox="1"/>
          <p:nvPr>
            <p:ph idx="13" type="body"/>
          </p:nvPr>
        </p:nvSpPr>
        <p:spPr>
          <a:xfrm>
            <a:off x="4815675" y="3724325"/>
            <a:ext cx="3718800" cy="4146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s">
  <p:cSld name="BLANK_1_1_1_1_2">
    <p:spTree>
      <p:nvGrpSpPr>
        <p:cNvPr id="279" name="Shape 279"/>
        <p:cNvGrpSpPr/>
        <p:nvPr/>
      </p:nvGrpSpPr>
      <p:grpSpPr>
        <a:xfrm>
          <a:off x="0" y="0"/>
          <a:ext cx="0" cy="0"/>
          <a:chOff x="0" y="0"/>
          <a:chExt cx="0" cy="0"/>
        </a:xfrm>
      </p:grpSpPr>
      <p:sp>
        <p:nvSpPr>
          <p:cNvPr id="280" name="Google Shape;280;p22"/>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81" name="Google Shape;281;p22"/>
          <p:cNvSpPr/>
          <p:nvPr>
            <p:ph idx="2" type="pic"/>
          </p:nvPr>
        </p:nvSpPr>
        <p:spPr>
          <a:xfrm>
            <a:off x="1446025" y="1291825"/>
            <a:ext cx="1232400" cy="1283100"/>
          </a:xfrm>
          <a:prstGeom prst="snip1Rect">
            <a:avLst>
              <a:gd fmla="val 44296" name="adj"/>
            </a:avLst>
          </a:prstGeom>
          <a:noFill/>
          <a:ln>
            <a:noFill/>
          </a:ln>
        </p:spPr>
      </p:sp>
      <p:sp>
        <p:nvSpPr>
          <p:cNvPr id="282" name="Google Shape;282;p22"/>
          <p:cNvSpPr/>
          <p:nvPr>
            <p:ph idx="3" type="pic"/>
          </p:nvPr>
        </p:nvSpPr>
        <p:spPr>
          <a:xfrm>
            <a:off x="6526650" y="1291825"/>
            <a:ext cx="1232400" cy="1283100"/>
          </a:xfrm>
          <a:prstGeom prst="snip1Rect">
            <a:avLst>
              <a:gd fmla="val 44296" name="adj"/>
            </a:avLst>
          </a:prstGeom>
          <a:noFill/>
          <a:ln>
            <a:noFill/>
          </a:ln>
        </p:spPr>
      </p:sp>
      <p:sp>
        <p:nvSpPr>
          <p:cNvPr id="283" name="Google Shape;283;p22"/>
          <p:cNvSpPr/>
          <p:nvPr>
            <p:ph idx="4" type="pic"/>
          </p:nvPr>
        </p:nvSpPr>
        <p:spPr>
          <a:xfrm>
            <a:off x="3982125" y="2570200"/>
            <a:ext cx="1232400" cy="1292100"/>
          </a:xfrm>
          <a:prstGeom prst="snip1Rect">
            <a:avLst>
              <a:gd fmla="val 44296" name="adj"/>
            </a:avLst>
          </a:prstGeom>
          <a:noFill/>
          <a:ln>
            <a:noFill/>
          </a:ln>
        </p:spPr>
      </p:sp>
      <p:sp>
        <p:nvSpPr>
          <p:cNvPr id="284" name="Google Shape;284;p22"/>
          <p:cNvSpPr txBox="1"/>
          <p:nvPr>
            <p:ph idx="1" type="subTitle"/>
          </p:nvPr>
        </p:nvSpPr>
        <p:spPr>
          <a:xfrm>
            <a:off x="228477" y="2667425"/>
            <a:ext cx="19473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200"/>
              <a:buFont typeface="Red Hat Display"/>
              <a:buNone/>
              <a:defRPr b="1" sz="12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85" name="Google Shape;285;p22"/>
          <p:cNvSpPr txBox="1"/>
          <p:nvPr>
            <p:ph idx="5" type="subTitle"/>
          </p:nvPr>
        </p:nvSpPr>
        <p:spPr>
          <a:xfrm>
            <a:off x="228475" y="3167625"/>
            <a:ext cx="2195100" cy="690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86" name="Google Shape;286;p22"/>
          <p:cNvSpPr txBox="1"/>
          <p:nvPr>
            <p:ph idx="6" type="subTitle"/>
          </p:nvPr>
        </p:nvSpPr>
        <p:spPr>
          <a:xfrm>
            <a:off x="2833342" y="3971788"/>
            <a:ext cx="1947300" cy="301500"/>
          </a:xfrm>
          <a:prstGeom prst="rect">
            <a:avLst/>
          </a:prstGeom>
        </p:spPr>
        <p:txBody>
          <a:bodyPr anchorCtr="0" anchor="b" bIns="0" lIns="0" spcFirstLastPara="1" rIns="91425" wrap="square" tIns="91425">
            <a:noAutofit/>
          </a:bodyPr>
          <a:lstStyle>
            <a:lvl1pPr lvl="0">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7" name="Google Shape;287;p22"/>
          <p:cNvSpPr txBox="1"/>
          <p:nvPr>
            <p:ph idx="7" type="subTitle"/>
          </p:nvPr>
        </p:nvSpPr>
        <p:spPr>
          <a:xfrm>
            <a:off x="2833350" y="4471996"/>
            <a:ext cx="2195100" cy="440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88" name="Google Shape;288;p22"/>
          <p:cNvSpPr txBox="1"/>
          <p:nvPr>
            <p:ph idx="8" type="subTitle"/>
          </p:nvPr>
        </p:nvSpPr>
        <p:spPr>
          <a:xfrm>
            <a:off x="5382242" y="2686145"/>
            <a:ext cx="19473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200"/>
              <a:buFont typeface="Red Hat Display"/>
              <a:buNone/>
              <a:defRPr b="1" sz="12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89" name="Google Shape;289;p22"/>
          <p:cNvSpPr txBox="1"/>
          <p:nvPr>
            <p:ph idx="9" type="subTitle"/>
          </p:nvPr>
        </p:nvSpPr>
        <p:spPr>
          <a:xfrm>
            <a:off x="5382250" y="3186352"/>
            <a:ext cx="2195100" cy="440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90" name="Google Shape;290;p22"/>
          <p:cNvSpPr txBox="1"/>
          <p:nvPr>
            <p:ph idx="13" type="subTitle"/>
          </p:nvPr>
        </p:nvSpPr>
        <p:spPr>
          <a:xfrm>
            <a:off x="2418550" y="2576525"/>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
        <p:nvSpPr>
          <p:cNvPr id="291" name="Google Shape;291;p22"/>
          <p:cNvSpPr txBox="1"/>
          <p:nvPr>
            <p:ph idx="14" type="subTitle"/>
          </p:nvPr>
        </p:nvSpPr>
        <p:spPr>
          <a:xfrm>
            <a:off x="4958025" y="3866186"/>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
        <p:nvSpPr>
          <p:cNvPr id="292" name="Google Shape;292;p22"/>
          <p:cNvSpPr txBox="1"/>
          <p:nvPr>
            <p:ph idx="15" type="subTitle"/>
          </p:nvPr>
        </p:nvSpPr>
        <p:spPr>
          <a:xfrm>
            <a:off x="7502550" y="2578054"/>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ards">
  <p:cSld name="CUSTOM_2">
    <p:spTree>
      <p:nvGrpSpPr>
        <p:cNvPr id="293" name="Shape 293"/>
        <p:cNvGrpSpPr/>
        <p:nvPr/>
      </p:nvGrpSpPr>
      <p:grpSpPr>
        <a:xfrm>
          <a:off x="0" y="0"/>
          <a:ext cx="0" cy="0"/>
          <a:chOff x="0" y="0"/>
          <a:chExt cx="0" cy="0"/>
        </a:xfrm>
      </p:grpSpPr>
      <p:pic>
        <p:nvPicPr>
          <p:cNvPr id="294" name="Google Shape;294;p23"/>
          <p:cNvPicPr preferRelativeResize="0"/>
          <p:nvPr/>
        </p:nvPicPr>
        <p:blipFill rotWithShape="1">
          <a:blip r:embed="rId2">
            <a:alphaModFix/>
          </a:blip>
          <a:srcRect b="7467" l="0" r="17931" t="6703"/>
          <a:stretch/>
        </p:blipFill>
        <p:spPr>
          <a:xfrm>
            <a:off x="5425450" y="0"/>
            <a:ext cx="3718549" cy="4097924"/>
          </a:xfrm>
          <a:prstGeom prst="rect">
            <a:avLst/>
          </a:prstGeom>
          <a:noFill/>
          <a:ln>
            <a:noFill/>
          </a:ln>
        </p:spPr>
      </p:pic>
      <p:sp>
        <p:nvSpPr>
          <p:cNvPr id="295" name="Google Shape;295;p23"/>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96" name="Google Shape;296;p23"/>
          <p:cNvSpPr txBox="1"/>
          <p:nvPr>
            <p:ph idx="1" type="subTitle"/>
          </p:nvPr>
        </p:nvSpPr>
        <p:spPr>
          <a:xfrm>
            <a:off x="54052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297" name="Google Shape;297;p23"/>
          <p:cNvSpPr txBox="1"/>
          <p:nvPr>
            <p:ph idx="2" type="subTitle"/>
          </p:nvPr>
        </p:nvSpPr>
        <p:spPr>
          <a:xfrm>
            <a:off x="54052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98" name="Google Shape;298;p23"/>
          <p:cNvSpPr txBox="1"/>
          <p:nvPr>
            <p:ph idx="3" type="subTitle"/>
          </p:nvPr>
        </p:nvSpPr>
        <p:spPr>
          <a:xfrm>
            <a:off x="346657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SzPts val="1000"/>
              <a:buFont typeface="Red Hat Display"/>
              <a:buNone/>
              <a:defRPr sz="1000"/>
            </a:lvl1pPr>
            <a:lvl2pPr lvl="1">
              <a:lnSpc>
                <a:spcPct val="115000"/>
              </a:lnSpc>
              <a:spcBef>
                <a:spcPts val="0"/>
              </a:spcBef>
              <a:spcAft>
                <a:spcPts val="0"/>
              </a:spcAft>
              <a:buSzPts val="1200"/>
              <a:buFont typeface="Red Hat Display"/>
              <a:buNone/>
              <a:defRPr sz="1200"/>
            </a:lvl2pPr>
            <a:lvl3pPr lvl="2">
              <a:lnSpc>
                <a:spcPct val="115000"/>
              </a:lnSpc>
              <a:spcBef>
                <a:spcPts val="0"/>
              </a:spcBef>
              <a:spcAft>
                <a:spcPts val="0"/>
              </a:spcAft>
              <a:buSzPts val="1200"/>
              <a:buFont typeface="Red Hat Display"/>
              <a:buNone/>
              <a:defRPr sz="1200"/>
            </a:lvl3pPr>
            <a:lvl4pPr lvl="3">
              <a:lnSpc>
                <a:spcPct val="115000"/>
              </a:lnSpc>
              <a:spcBef>
                <a:spcPts val="0"/>
              </a:spcBef>
              <a:spcAft>
                <a:spcPts val="0"/>
              </a:spcAft>
              <a:buSzPts val="1200"/>
              <a:buFont typeface="Red Hat Display"/>
              <a:buNone/>
              <a:defRPr sz="1200"/>
            </a:lvl4pPr>
            <a:lvl5pPr lvl="4">
              <a:lnSpc>
                <a:spcPct val="115000"/>
              </a:lnSpc>
              <a:spcBef>
                <a:spcPts val="0"/>
              </a:spcBef>
              <a:spcAft>
                <a:spcPts val="0"/>
              </a:spcAft>
              <a:buSzPts val="1200"/>
              <a:buFont typeface="Red Hat Display"/>
              <a:buNone/>
              <a:defRPr sz="1200"/>
            </a:lvl5pPr>
            <a:lvl6pPr lvl="5">
              <a:lnSpc>
                <a:spcPct val="115000"/>
              </a:lnSpc>
              <a:spcBef>
                <a:spcPts val="0"/>
              </a:spcBef>
              <a:spcAft>
                <a:spcPts val="0"/>
              </a:spcAft>
              <a:buSzPts val="1200"/>
              <a:buFont typeface="Red Hat Display"/>
              <a:buNone/>
              <a:defRPr sz="1200"/>
            </a:lvl6pPr>
            <a:lvl7pPr lvl="6">
              <a:lnSpc>
                <a:spcPct val="115000"/>
              </a:lnSpc>
              <a:spcBef>
                <a:spcPts val="0"/>
              </a:spcBef>
              <a:spcAft>
                <a:spcPts val="0"/>
              </a:spcAft>
              <a:buSzPts val="1200"/>
              <a:buFont typeface="Red Hat Display"/>
              <a:buNone/>
              <a:defRPr sz="1200"/>
            </a:lvl7pPr>
            <a:lvl8pPr lvl="7">
              <a:lnSpc>
                <a:spcPct val="115000"/>
              </a:lnSpc>
              <a:spcBef>
                <a:spcPts val="0"/>
              </a:spcBef>
              <a:spcAft>
                <a:spcPts val="0"/>
              </a:spcAft>
              <a:buSzPts val="1200"/>
              <a:buFont typeface="Red Hat Display"/>
              <a:buNone/>
              <a:defRPr sz="1200"/>
            </a:lvl8pPr>
            <a:lvl9pPr lvl="8">
              <a:lnSpc>
                <a:spcPct val="115000"/>
              </a:lnSpc>
              <a:spcBef>
                <a:spcPts val="0"/>
              </a:spcBef>
              <a:spcAft>
                <a:spcPts val="0"/>
              </a:spcAft>
              <a:buSzPts val="1200"/>
              <a:buFont typeface="Red Hat Display"/>
              <a:buNone/>
              <a:defRPr sz="1200"/>
            </a:lvl9pPr>
          </a:lstStyle>
          <a:p/>
        </p:txBody>
      </p:sp>
      <p:sp>
        <p:nvSpPr>
          <p:cNvPr id="299" name="Google Shape;299;p23"/>
          <p:cNvSpPr txBox="1"/>
          <p:nvPr>
            <p:ph idx="4" type="subTitle"/>
          </p:nvPr>
        </p:nvSpPr>
        <p:spPr>
          <a:xfrm>
            <a:off x="346657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300" name="Google Shape;300;p23"/>
          <p:cNvSpPr txBox="1"/>
          <p:nvPr>
            <p:ph idx="5" type="subTitle"/>
          </p:nvPr>
        </p:nvSpPr>
        <p:spPr>
          <a:xfrm>
            <a:off x="639262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301" name="Google Shape;301;p23"/>
          <p:cNvSpPr txBox="1"/>
          <p:nvPr>
            <p:ph idx="6" type="subTitle"/>
          </p:nvPr>
        </p:nvSpPr>
        <p:spPr>
          <a:xfrm>
            <a:off x="639262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w/ 3 ideas">
  <p:cSld name="CUSTOM_3">
    <p:spTree>
      <p:nvGrpSpPr>
        <p:cNvPr id="302" name="Shape 302"/>
        <p:cNvGrpSpPr/>
        <p:nvPr/>
      </p:nvGrpSpPr>
      <p:grpSpPr>
        <a:xfrm>
          <a:off x="0" y="0"/>
          <a:ext cx="0" cy="0"/>
          <a:chOff x="0" y="0"/>
          <a:chExt cx="0" cy="0"/>
        </a:xfrm>
      </p:grpSpPr>
      <p:pic>
        <p:nvPicPr>
          <p:cNvPr id="303" name="Google Shape;303;p24"/>
          <p:cNvPicPr preferRelativeResize="0"/>
          <p:nvPr/>
        </p:nvPicPr>
        <p:blipFill rotWithShape="1">
          <a:blip r:embed="rId2">
            <a:alphaModFix/>
          </a:blip>
          <a:srcRect b="15068" l="14900" r="18070" t="15235"/>
          <a:stretch/>
        </p:blipFill>
        <p:spPr>
          <a:xfrm>
            <a:off x="2750850" y="1538351"/>
            <a:ext cx="1791900" cy="2175997"/>
          </a:xfrm>
          <a:prstGeom prst="rect">
            <a:avLst/>
          </a:prstGeom>
          <a:noFill/>
          <a:ln>
            <a:noFill/>
          </a:ln>
        </p:spPr>
      </p:pic>
      <p:sp>
        <p:nvSpPr>
          <p:cNvPr id="304" name="Google Shape;304;p24"/>
          <p:cNvSpPr/>
          <p:nvPr/>
        </p:nvSpPr>
        <p:spPr>
          <a:xfrm rot="10800000">
            <a:off x="2020350" y="3151875"/>
            <a:ext cx="2509500" cy="1216800"/>
          </a:xfrm>
          <a:prstGeom prst="roundRect">
            <a:avLst>
              <a:gd fmla="val 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chemeClr val="lt1"/>
              </a:solidFill>
              <a:latin typeface="Red Hat Display"/>
              <a:ea typeface="Red Hat Display"/>
              <a:cs typeface="Red Hat Display"/>
              <a:sym typeface="Red Hat Display"/>
            </a:endParaRPr>
          </a:p>
        </p:txBody>
      </p:sp>
      <p:sp>
        <p:nvSpPr>
          <p:cNvPr id="305" name="Google Shape;305;p24"/>
          <p:cNvSpPr txBox="1"/>
          <p:nvPr>
            <p:ph type="title"/>
          </p:nvPr>
        </p:nvSpPr>
        <p:spPr>
          <a:xfrm>
            <a:off x="228600" y="420025"/>
            <a:ext cx="4296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06" name="Google Shape;306;p24"/>
          <p:cNvSpPr/>
          <p:nvPr>
            <p:ph idx="2" type="pic"/>
          </p:nvPr>
        </p:nvSpPr>
        <p:spPr>
          <a:xfrm>
            <a:off x="228425" y="2450950"/>
            <a:ext cx="1791900" cy="1917600"/>
          </a:xfrm>
          <a:prstGeom prst="rect">
            <a:avLst/>
          </a:prstGeom>
          <a:noFill/>
          <a:ln>
            <a:noFill/>
          </a:ln>
        </p:spPr>
      </p:sp>
      <p:sp>
        <p:nvSpPr>
          <p:cNvPr id="307" name="Google Shape;307;p24"/>
          <p:cNvSpPr txBox="1"/>
          <p:nvPr>
            <p:ph idx="1" type="subTitle"/>
          </p:nvPr>
        </p:nvSpPr>
        <p:spPr>
          <a:xfrm>
            <a:off x="2150204" y="3212736"/>
            <a:ext cx="16365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None/>
              <a:defRPr b="1" sz="12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308" name="Google Shape;308;p24"/>
          <p:cNvSpPr txBox="1"/>
          <p:nvPr>
            <p:ph idx="3" type="subTitle"/>
          </p:nvPr>
        </p:nvSpPr>
        <p:spPr>
          <a:xfrm>
            <a:off x="2150200" y="3668125"/>
            <a:ext cx="22611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09" name="Google Shape;309;p24"/>
          <p:cNvSpPr txBox="1"/>
          <p:nvPr>
            <p:ph idx="4" type="subTitle"/>
          </p:nvPr>
        </p:nvSpPr>
        <p:spPr>
          <a:xfrm>
            <a:off x="6122828" y="399200"/>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0" name="Google Shape;310;p24"/>
          <p:cNvSpPr txBox="1"/>
          <p:nvPr>
            <p:ph idx="5" type="subTitle"/>
          </p:nvPr>
        </p:nvSpPr>
        <p:spPr>
          <a:xfrm>
            <a:off x="6122827" y="837400"/>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11" name="Google Shape;311;p24"/>
          <p:cNvSpPr txBox="1"/>
          <p:nvPr>
            <p:ph idx="6" type="subTitle"/>
          </p:nvPr>
        </p:nvSpPr>
        <p:spPr>
          <a:xfrm>
            <a:off x="6122828" y="1964891"/>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2" name="Google Shape;312;p24"/>
          <p:cNvSpPr txBox="1"/>
          <p:nvPr>
            <p:ph idx="7" type="subTitle"/>
          </p:nvPr>
        </p:nvSpPr>
        <p:spPr>
          <a:xfrm>
            <a:off x="6122827" y="2403091"/>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13" name="Google Shape;313;p24"/>
          <p:cNvSpPr txBox="1"/>
          <p:nvPr>
            <p:ph idx="8" type="subTitle"/>
          </p:nvPr>
        </p:nvSpPr>
        <p:spPr>
          <a:xfrm>
            <a:off x="6122828" y="3532866"/>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4" name="Google Shape;314;p24"/>
          <p:cNvSpPr txBox="1"/>
          <p:nvPr>
            <p:ph idx="9" type="subTitle"/>
          </p:nvPr>
        </p:nvSpPr>
        <p:spPr>
          <a:xfrm>
            <a:off x="6122827" y="3971066"/>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ideas">
  <p:cSld name="CUSTOM_4">
    <p:spTree>
      <p:nvGrpSpPr>
        <p:cNvPr id="315" name="Shape 315"/>
        <p:cNvGrpSpPr/>
        <p:nvPr/>
      </p:nvGrpSpPr>
      <p:grpSpPr>
        <a:xfrm>
          <a:off x="0" y="0"/>
          <a:ext cx="0" cy="0"/>
          <a:chOff x="0" y="0"/>
          <a:chExt cx="0" cy="0"/>
        </a:xfrm>
      </p:grpSpPr>
      <p:sp>
        <p:nvSpPr>
          <p:cNvPr id="316" name="Google Shape;316;p25"/>
          <p:cNvSpPr txBox="1"/>
          <p:nvPr>
            <p:ph idx="1" type="subTitle"/>
          </p:nvPr>
        </p:nvSpPr>
        <p:spPr>
          <a:xfrm>
            <a:off x="4590850" y="2481900"/>
            <a:ext cx="1222800" cy="370500"/>
          </a:xfrm>
          <a:prstGeom prst="rect">
            <a:avLst/>
          </a:prstGeom>
        </p:spPr>
        <p:txBody>
          <a:bodyPr anchorCtr="0" anchor="ctr" bIns="0" lIns="0" spcFirstLastPara="1" rIns="91425" wrap="square" tIns="0">
            <a:noAutofit/>
          </a:bodyPr>
          <a:lstStyle>
            <a:lvl1pPr lvl="0" algn="ctr">
              <a:spcBef>
                <a:spcPts val="0"/>
              </a:spcBef>
              <a:spcAft>
                <a:spcPts val="0"/>
              </a:spcAft>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7" name="Google Shape;317;p25"/>
          <p:cNvSpPr txBox="1"/>
          <p:nvPr>
            <p:ph idx="2" type="subTitle"/>
          </p:nvPr>
        </p:nvSpPr>
        <p:spPr>
          <a:xfrm>
            <a:off x="4590850" y="3812700"/>
            <a:ext cx="1222800" cy="370500"/>
          </a:xfrm>
          <a:prstGeom prst="rect">
            <a:avLst/>
          </a:prstGeom>
        </p:spPr>
        <p:txBody>
          <a:bodyPr anchorCtr="0" anchor="t" bIns="0" lIns="0" spcFirstLastPara="1" rIns="91425" wrap="square" tIns="0">
            <a:noAutofit/>
          </a:bodyPr>
          <a:lstStyle>
            <a:lvl1pPr lvl="0" algn="ctr">
              <a:spcBef>
                <a:spcPts val="0"/>
              </a:spcBef>
              <a:spcAft>
                <a:spcPts val="0"/>
              </a:spcAft>
              <a:buClr>
                <a:schemeClr val="lt1"/>
              </a:buClr>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8" name="Google Shape;318;p25"/>
          <p:cNvSpPr txBox="1"/>
          <p:nvPr>
            <p:ph idx="3" type="subTitle"/>
          </p:nvPr>
        </p:nvSpPr>
        <p:spPr>
          <a:xfrm>
            <a:off x="4590850" y="1151100"/>
            <a:ext cx="1222800" cy="370500"/>
          </a:xfrm>
          <a:prstGeom prst="rect">
            <a:avLst/>
          </a:prstGeom>
        </p:spPr>
        <p:txBody>
          <a:bodyPr anchorCtr="0" anchor="t" bIns="0" lIns="0" spcFirstLastPara="1" rIns="91425" wrap="square" tIns="0">
            <a:noAutofit/>
          </a:bodyPr>
          <a:lstStyle>
            <a:lvl1pPr lvl="0" algn="ctr">
              <a:spcBef>
                <a:spcPts val="0"/>
              </a:spcBef>
              <a:spcAft>
                <a:spcPts val="0"/>
              </a:spcAft>
              <a:buClr>
                <a:schemeClr val="lt1"/>
              </a:buClr>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9" name="Google Shape;319;p25"/>
          <p:cNvSpPr txBox="1"/>
          <p:nvPr>
            <p:ph type="title"/>
          </p:nvPr>
        </p:nvSpPr>
        <p:spPr>
          <a:xfrm>
            <a:off x="228600" y="420025"/>
            <a:ext cx="2926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20" name="Google Shape;320;p25"/>
          <p:cNvSpPr/>
          <p:nvPr/>
        </p:nvSpPr>
        <p:spPr>
          <a:xfrm>
            <a:off x="3849550" y="11511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321" name="Google Shape;321;p25"/>
          <p:cNvSpPr/>
          <p:nvPr/>
        </p:nvSpPr>
        <p:spPr>
          <a:xfrm>
            <a:off x="3849550" y="24819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322" name="Google Shape;322;p25"/>
          <p:cNvSpPr/>
          <p:nvPr/>
        </p:nvSpPr>
        <p:spPr>
          <a:xfrm>
            <a:off x="3849550" y="-1797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323" name="Google Shape;323;p25"/>
          <p:cNvSpPr/>
          <p:nvPr/>
        </p:nvSpPr>
        <p:spPr>
          <a:xfrm>
            <a:off x="3849550" y="38127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324" name="Google Shape;324;p25"/>
          <p:cNvSpPr txBox="1"/>
          <p:nvPr>
            <p:ph idx="4" type="subTitle"/>
          </p:nvPr>
        </p:nvSpPr>
        <p:spPr>
          <a:xfrm>
            <a:off x="6080700" y="11999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25" name="Google Shape;325;p25"/>
          <p:cNvSpPr txBox="1"/>
          <p:nvPr>
            <p:ph idx="5" type="subTitle"/>
          </p:nvPr>
        </p:nvSpPr>
        <p:spPr>
          <a:xfrm>
            <a:off x="6080700" y="25307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326" name="Google Shape;326;p25"/>
          <p:cNvSpPr txBox="1"/>
          <p:nvPr>
            <p:ph idx="6" type="subTitle"/>
          </p:nvPr>
        </p:nvSpPr>
        <p:spPr>
          <a:xfrm>
            <a:off x="6080700" y="38615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s w/ text">
  <p:cSld name="CUSTOM_5">
    <p:spTree>
      <p:nvGrpSpPr>
        <p:cNvPr id="327" name="Shape 327"/>
        <p:cNvGrpSpPr/>
        <p:nvPr/>
      </p:nvGrpSpPr>
      <p:grpSpPr>
        <a:xfrm>
          <a:off x="0" y="0"/>
          <a:ext cx="0" cy="0"/>
          <a:chOff x="0" y="0"/>
          <a:chExt cx="0" cy="0"/>
        </a:xfrm>
      </p:grpSpPr>
      <p:sp>
        <p:nvSpPr>
          <p:cNvPr id="328" name="Google Shape;328;p26"/>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29" name="Google Shape;329;p26"/>
          <p:cNvSpPr txBox="1"/>
          <p:nvPr>
            <p:ph idx="1" type="subTitle"/>
          </p:nvPr>
        </p:nvSpPr>
        <p:spPr>
          <a:xfrm>
            <a:off x="229525"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330" name="Google Shape;330;p26"/>
          <p:cNvSpPr txBox="1"/>
          <p:nvPr>
            <p:ph idx="2" type="subTitle"/>
          </p:nvPr>
        </p:nvSpPr>
        <p:spPr>
          <a:xfrm>
            <a:off x="2427475"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331" name="Google Shape;331;p26"/>
          <p:cNvSpPr txBox="1"/>
          <p:nvPr>
            <p:ph idx="3" type="subTitle"/>
          </p:nvPr>
        </p:nvSpPr>
        <p:spPr>
          <a:xfrm>
            <a:off x="4622700" y="1803875"/>
            <a:ext cx="1776300" cy="2907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None/>
              <a:defRPr>
                <a:solidFill>
                  <a:schemeClr val="dk2"/>
                </a:solidFill>
              </a:defRPr>
            </a:lvl2pPr>
            <a:lvl3pPr lvl="2" algn="ctr">
              <a:spcBef>
                <a:spcPts val="0"/>
              </a:spcBef>
              <a:spcAft>
                <a:spcPts val="0"/>
              </a:spcAft>
              <a:buClr>
                <a:schemeClr val="dk2"/>
              </a:buClr>
              <a:buSzPts val="1400"/>
              <a:buNone/>
              <a:defRPr>
                <a:solidFill>
                  <a:schemeClr val="dk2"/>
                </a:solidFill>
              </a:defRPr>
            </a:lvl3pPr>
            <a:lvl4pPr lvl="3" algn="ctr">
              <a:spcBef>
                <a:spcPts val="0"/>
              </a:spcBef>
              <a:spcAft>
                <a:spcPts val="0"/>
              </a:spcAft>
              <a:buClr>
                <a:schemeClr val="dk2"/>
              </a:buClr>
              <a:buSzPts val="1400"/>
              <a:buNone/>
              <a:defRPr>
                <a:solidFill>
                  <a:schemeClr val="dk2"/>
                </a:solidFill>
              </a:defRPr>
            </a:lvl4pPr>
            <a:lvl5pPr lvl="4" algn="ctr">
              <a:spcBef>
                <a:spcPts val="0"/>
              </a:spcBef>
              <a:spcAft>
                <a:spcPts val="0"/>
              </a:spcAft>
              <a:buClr>
                <a:schemeClr val="dk2"/>
              </a:buClr>
              <a:buSzPts val="1400"/>
              <a:buNone/>
              <a:defRPr>
                <a:solidFill>
                  <a:schemeClr val="dk2"/>
                </a:solidFill>
              </a:defRPr>
            </a:lvl5pPr>
            <a:lvl6pPr lvl="5" algn="ctr">
              <a:spcBef>
                <a:spcPts val="0"/>
              </a:spcBef>
              <a:spcAft>
                <a:spcPts val="0"/>
              </a:spcAft>
              <a:buClr>
                <a:schemeClr val="dk2"/>
              </a:buClr>
              <a:buSzPts val="1400"/>
              <a:buNone/>
              <a:defRPr>
                <a:solidFill>
                  <a:schemeClr val="dk2"/>
                </a:solidFill>
              </a:defRPr>
            </a:lvl6pPr>
            <a:lvl7pPr lvl="6" algn="ctr">
              <a:spcBef>
                <a:spcPts val="0"/>
              </a:spcBef>
              <a:spcAft>
                <a:spcPts val="0"/>
              </a:spcAft>
              <a:buClr>
                <a:schemeClr val="dk2"/>
              </a:buClr>
              <a:buSzPts val="1400"/>
              <a:buNone/>
              <a:defRPr>
                <a:solidFill>
                  <a:schemeClr val="dk2"/>
                </a:solidFill>
              </a:defRPr>
            </a:lvl7pPr>
            <a:lvl8pPr lvl="7" algn="ctr">
              <a:spcBef>
                <a:spcPts val="0"/>
              </a:spcBef>
              <a:spcAft>
                <a:spcPts val="0"/>
              </a:spcAft>
              <a:buClr>
                <a:schemeClr val="dk2"/>
              </a:buClr>
              <a:buSzPts val="1400"/>
              <a:buNone/>
              <a:defRPr>
                <a:solidFill>
                  <a:schemeClr val="dk2"/>
                </a:solidFill>
              </a:defRPr>
            </a:lvl8pPr>
            <a:lvl9pPr lvl="8" algn="ctr">
              <a:spcBef>
                <a:spcPts val="0"/>
              </a:spcBef>
              <a:spcAft>
                <a:spcPts val="0"/>
              </a:spcAft>
              <a:buClr>
                <a:schemeClr val="dk2"/>
              </a:buClr>
              <a:buSzPts val="1400"/>
              <a:buNone/>
              <a:defRPr>
                <a:solidFill>
                  <a:schemeClr val="dk2"/>
                </a:solidFill>
              </a:defRPr>
            </a:lvl9pPr>
          </a:lstStyle>
          <a:p/>
        </p:txBody>
      </p:sp>
      <p:sp>
        <p:nvSpPr>
          <p:cNvPr id="332" name="Google Shape;332;p26"/>
          <p:cNvSpPr txBox="1"/>
          <p:nvPr>
            <p:ph idx="4" type="subTitle"/>
          </p:nvPr>
        </p:nvSpPr>
        <p:spPr>
          <a:xfrm>
            <a:off x="6813656"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333" name="Google Shape;333;p26"/>
          <p:cNvSpPr txBox="1"/>
          <p:nvPr>
            <p:ph idx="5" type="body"/>
          </p:nvPr>
        </p:nvSpPr>
        <p:spPr>
          <a:xfrm>
            <a:off x="561325"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334" name="Google Shape;334;p26"/>
          <p:cNvSpPr txBox="1"/>
          <p:nvPr>
            <p:ph idx="6" type="body"/>
          </p:nvPr>
        </p:nvSpPr>
        <p:spPr>
          <a:xfrm>
            <a:off x="2757388"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335" name="Google Shape;335;p26"/>
          <p:cNvSpPr txBox="1"/>
          <p:nvPr>
            <p:ph idx="7" type="body"/>
          </p:nvPr>
        </p:nvSpPr>
        <p:spPr>
          <a:xfrm>
            <a:off x="4958413" y="2353450"/>
            <a:ext cx="1566600" cy="1821300"/>
          </a:xfrm>
          <a:prstGeom prst="rect">
            <a:avLst/>
          </a:prstGeom>
        </p:spPr>
        <p:txBody>
          <a:bodyPr anchorCtr="0" anchor="t" bIns="0" lIns="0" spcFirstLastPara="1" rIns="0" wrap="square" tIns="0">
            <a:spAutoFit/>
          </a:bodyPr>
          <a:lstStyle>
            <a:lvl1pPr indent="-279400" lvl="0" marL="457200">
              <a:spcBef>
                <a:spcPts val="0"/>
              </a:spcBef>
              <a:spcAft>
                <a:spcPts val="0"/>
              </a:spcAft>
              <a:buSzPts val="800"/>
              <a:buFont typeface="Red Hat Display"/>
              <a:buChar char="●"/>
              <a:defRPr sz="800"/>
            </a:lvl1pPr>
            <a:lvl2pPr indent="-279400" lvl="1" marL="914400">
              <a:spcBef>
                <a:spcPts val="0"/>
              </a:spcBef>
              <a:spcAft>
                <a:spcPts val="0"/>
              </a:spcAft>
              <a:buSzPts val="800"/>
              <a:buFont typeface="Red Hat Display"/>
              <a:buChar char="○"/>
              <a:defRPr sz="800"/>
            </a:lvl2pPr>
            <a:lvl3pPr indent="-279400" lvl="2" marL="1371600">
              <a:spcBef>
                <a:spcPts val="0"/>
              </a:spcBef>
              <a:spcAft>
                <a:spcPts val="0"/>
              </a:spcAft>
              <a:buSzPts val="800"/>
              <a:buFont typeface="Red Hat Display"/>
              <a:buChar char="■"/>
              <a:defRPr sz="800"/>
            </a:lvl3pPr>
            <a:lvl4pPr indent="-279400" lvl="3" marL="1828800">
              <a:spcBef>
                <a:spcPts val="0"/>
              </a:spcBef>
              <a:spcAft>
                <a:spcPts val="0"/>
              </a:spcAft>
              <a:buSzPts val="800"/>
              <a:buFont typeface="Red Hat Display"/>
              <a:buChar char="●"/>
              <a:defRPr sz="800"/>
            </a:lvl4pPr>
            <a:lvl5pPr indent="-279400" lvl="4" marL="2286000">
              <a:spcBef>
                <a:spcPts val="0"/>
              </a:spcBef>
              <a:spcAft>
                <a:spcPts val="0"/>
              </a:spcAft>
              <a:buSzPts val="800"/>
              <a:buFont typeface="Red Hat Display"/>
              <a:buChar char="○"/>
              <a:defRPr sz="800"/>
            </a:lvl5pPr>
            <a:lvl6pPr indent="-279400" lvl="5" marL="2743200">
              <a:spcBef>
                <a:spcPts val="0"/>
              </a:spcBef>
              <a:spcAft>
                <a:spcPts val="0"/>
              </a:spcAft>
              <a:buSzPts val="800"/>
              <a:buFont typeface="Red Hat Display"/>
              <a:buChar char="■"/>
              <a:defRPr sz="800"/>
            </a:lvl6pPr>
            <a:lvl7pPr indent="-279400" lvl="6" marL="3200400">
              <a:spcBef>
                <a:spcPts val="0"/>
              </a:spcBef>
              <a:spcAft>
                <a:spcPts val="0"/>
              </a:spcAft>
              <a:buSzPts val="800"/>
              <a:buFont typeface="Red Hat Display"/>
              <a:buChar char="●"/>
              <a:defRPr sz="800"/>
            </a:lvl7pPr>
            <a:lvl8pPr indent="-279400" lvl="7" marL="3657600">
              <a:spcBef>
                <a:spcPts val="0"/>
              </a:spcBef>
              <a:spcAft>
                <a:spcPts val="0"/>
              </a:spcAft>
              <a:buSzPts val="800"/>
              <a:buFont typeface="Red Hat Display"/>
              <a:buChar char="○"/>
              <a:defRPr sz="800"/>
            </a:lvl8pPr>
            <a:lvl9pPr indent="-279400" lvl="8" marL="4114800">
              <a:spcBef>
                <a:spcPts val="0"/>
              </a:spcBef>
              <a:spcAft>
                <a:spcPts val="0"/>
              </a:spcAft>
              <a:buSzPts val="800"/>
              <a:buFont typeface="Red Hat Display"/>
              <a:buChar char="■"/>
              <a:defRPr sz="800"/>
            </a:lvl9pPr>
          </a:lstStyle>
          <a:p/>
        </p:txBody>
      </p:sp>
      <p:sp>
        <p:nvSpPr>
          <p:cNvPr id="336" name="Google Shape;336;p26"/>
          <p:cNvSpPr txBox="1"/>
          <p:nvPr>
            <p:ph idx="8" type="body"/>
          </p:nvPr>
        </p:nvSpPr>
        <p:spPr>
          <a:xfrm>
            <a:off x="7146863"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337" name="Google Shape;337;p26"/>
          <p:cNvSpPr txBox="1"/>
          <p:nvPr>
            <p:ph idx="9"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38" name="Google Shape;338;p26"/>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CUSTOM_5_2_3">
    <p:spTree>
      <p:nvGrpSpPr>
        <p:cNvPr id="339" name="Shape 339"/>
        <p:cNvGrpSpPr/>
        <p:nvPr/>
      </p:nvGrpSpPr>
      <p:grpSpPr>
        <a:xfrm>
          <a:off x="0" y="0"/>
          <a:ext cx="0" cy="0"/>
          <a:chOff x="0" y="0"/>
          <a:chExt cx="0" cy="0"/>
        </a:xfrm>
      </p:grpSpPr>
      <p:sp>
        <p:nvSpPr>
          <p:cNvPr id="340" name="Google Shape;340;p27"/>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41" name="Google Shape;341;p27"/>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42" name="Google Shape;342;p27"/>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3" name="Google Shape;343;p27"/>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Red Hat Display"/>
              <a:ea typeface="Red Hat Display"/>
              <a:cs typeface="Red Hat Display"/>
              <a:sym typeface="Red Hat Display"/>
            </a:endParaRPr>
          </a:p>
        </p:txBody>
      </p:sp>
      <p:sp>
        <p:nvSpPr>
          <p:cNvPr id="344" name="Google Shape;344;p27"/>
          <p:cNvSpPr txBox="1"/>
          <p:nvPr>
            <p:ph idx="2" type="subTitle"/>
          </p:nvPr>
        </p:nvSpPr>
        <p:spPr>
          <a:xfrm>
            <a:off x="1977175" y="1698625"/>
            <a:ext cx="1369500" cy="29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45" name="Google Shape;345;p27"/>
          <p:cNvSpPr txBox="1"/>
          <p:nvPr>
            <p:ph idx="3" type="subTitle"/>
          </p:nvPr>
        </p:nvSpPr>
        <p:spPr>
          <a:xfrm>
            <a:off x="3623185" y="1698625"/>
            <a:ext cx="1369500" cy="29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46" name="Google Shape;346;p27"/>
          <p:cNvSpPr txBox="1"/>
          <p:nvPr>
            <p:ph idx="4" type="subTitle"/>
          </p:nvPr>
        </p:nvSpPr>
        <p:spPr>
          <a:xfrm>
            <a:off x="5465499" y="1698625"/>
            <a:ext cx="1369500" cy="290700"/>
          </a:xfrm>
          <a:prstGeom prst="rect">
            <a:avLst/>
          </a:prstGeom>
        </p:spPr>
        <p:txBody>
          <a:bodyPr anchorCtr="0" anchor="ctr" bIns="0" lIns="0" spcFirstLastPara="1" rIns="0" wrap="square" tIns="0">
            <a:noAutofit/>
          </a:bodyPr>
          <a:lstStyle>
            <a:lvl1pPr lvl="0">
              <a:spcBef>
                <a:spcPts val="0"/>
              </a:spcBef>
              <a:spcAft>
                <a:spcPts val="0"/>
              </a:spcAft>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p:txBody>
      </p:sp>
      <p:sp>
        <p:nvSpPr>
          <p:cNvPr id="347" name="Google Shape;347;p27"/>
          <p:cNvSpPr txBox="1"/>
          <p:nvPr>
            <p:ph idx="5" type="subTitle"/>
          </p:nvPr>
        </p:nvSpPr>
        <p:spPr>
          <a:xfrm>
            <a:off x="385125" y="220060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48" name="Google Shape;348;p27"/>
          <p:cNvSpPr txBox="1"/>
          <p:nvPr>
            <p:ph idx="6" type="subTitle"/>
          </p:nvPr>
        </p:nvSpPr>
        <p:spPr>
          <a:xfrm>
            <a:off x="385125" y="261085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49" name="Google Shape;349;p27"/>
          <p:cNvSpPr txBox="1"/>
          <p:nvPr>
            <p:ph idx="7" type="subTitle"/>
          </p:nvPr>
        </p:nvSpPr>
        <p:spPr>
          <a:xfrm>
            <a:off x="385125" y="3024075"/>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50" name="Google Shape;350;p27"/>
          <p:cNvSpPr txBox="1"/>
          <p:nvPr>
            <p:ph idx="8" type="subTitle"/>
          </p:nvPr>
        </p:nvSpPr>
        <p:spPr>
          <a:xfrm>
            <a:off x="385125" y="342965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51" name="Google Shape;351;p27"/>
          <p:cNvSpPr txBox="1"/>
          <p:nvPr>
            <p:ph idx="9" type="subTitle"/>
          </p:nvPr>
        </p:nvSpPr>
        <p:spPr>
          <a:xfrm>
            <a:off x="385125" y="384850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52" name="Google Shape;352;p27"/>
          <p:cNvSpPr txBox="1"/>
          <p:nvPr>
            <p:ph idx="13" type="subTitle"/>
          </p:nvPr>
        </p:nvSpPr>
        <p:spPr>
          <a:xfrm>
            <a:off x="1977175" y="22006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3" name="Google Shape;353;p27"/>
          <p:cNvSpPr txBox="1"/>
          <p:nvPr>
            <p:ph idx="14" type="subTitle"/>
          </p:nvPr>
        </p:nvSpPr>
        <p:spPr>
          <a:xfrm>
            <a:off x="1977175" y="26108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4" name="Google Shape;354;p27"/>
          <p:cNvSpPr txBox="1"/>
          <p:nvPr>
            <p:ph idx="15" type="subTitle"/>
          </p:nvPr>
        </p:nvSpPr>
        <p:spPr>
          <a:xfrm>
            <a:off x="1977175" y="30222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5" name="Google Shape;355;p27"/>
          <p:cNvSpPr txBox="1"/>
          <p:nvPr>
            <p:ph idx="16" type="subTitle"/>
          </p:nvPr>
        </p:nvSpPr>
        <p:spPr>
          <a:xfrm>
            <a:off x="1977175" y="34370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6" name="Google Shape;356;p27"/>
          <p:cNvSpPr txBox="1"/>
          <p:nvPr>
            <p:ph idx="17" type="subTitle"/>
          </p:nvPr>
        </p:nvSpPr>
        <p:spPr>
          <a:xfrm>
            <a:off x="1977175" y="38494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7" name="Google Shape;357;p27"/>
          <p:cNvSpPr txBox="1"/>
          <p:nvPr>
            <p:ph idx="18" type="subTitle"/>
          </p:nvPr>
        </p:nvSpPr>
        <p:spPr>
          <a:xfrm>
            <a:off x="3623175" y="22006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8" name="Google Shape;358;p27"/>
          <p:cNvSpPr txBox="1"/>
          <p:nvPr>
            <p:ph idx="19" type="subTitle"/>
          </p:nvPr>
        </p:nvSpPr>
        <p:spPr>
          <a:xfrm>
            <a:off x="3623175" y="26108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59" name="Google Shape;359;p27"/>
          <p:cNvSpPr txBox="1"/>
          <p:nvPr>
            <p:ph idx="20" type="subTitle"/>
          </p:nvPr>
        </p:nvSpPr>
        <p:spPr>
          <a:xfrm>
            <a:off x="3623175" y="30222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0" name="Google Shape;360;p27"/>
          <p:cNvSpPr txBox="1"/>
          <p:nvPr>
            <p:ph idx="21" type="subTitle"/>
          </p:nvPr>
        </p:nvSpPr>
        <p:spPr>
          <a:xfrm>
            <a:off x="3623175" y="34370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1" name="Google Shape;361;p27"/>
          <p:cNvSpPr txBox="1"/>
          <p:nvPr>
            <p:ph idx="22" type="subTitle"/>
          </p:nvPr>
        </p:nvSpPr>
        <p:spPr>
          <a:xfrm>
            <a:off x="3623175" y="38494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2" name="Google Shape;362;p27"/>
          <p:cNvSpPr txBox="1"/>
          <p:nvPr>
            <p:ph idx="23" type="subTitle"/>
          </p:nvPr>
        </p:nvSpPr>
        <p:spPr>
          <a:xfrm>
            <a:off x="5465501" y="22006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3" name="Google Shape;363;p27"/>
          <p:cNvSpPr txBox="1"/>
          <p:nvPr>
            <p:ph idx="24" type="subTitle"/>
          </p:nvPr>
        </p:nvSpPr>
        <p:spPr>
          <a:xfrm>
            <a:off x="5465501" y="261085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4" name="Google Shape;364;p27"/>
          <p:cNvSpPr txBox="1"/>
          <p:nvPr>
            <p:ph idx="25" type="subTitle"/>
          </p:nvPr>
        </p:nvSpPr>
        <p:spPr>
          <a:xfrm>
            <a:off x="5465501" y="30222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5" name="Google Shape;365;p27"/>
          <p:cNvSpPr txBox="1"/>
          <p:nvPr>
            <p:ph idx="26" type="subTitle"/>
          </p:nvPr>
        </p:nvSpPr>
        <p:spPr>
          <a:xfrm>
            <a:off x="5465501" y="34370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66" name="Google Shape;366;p27"/>
          <p:cNvSpPr txBox="1"/>
          <p:nvPr>
            <p:ph idx="27" type="subTitle"/>
          </p:nvPr>
        </p:nvSpPr>
        <p:spPr>
          <a:xfrm>
            <a:off x="5465501" y="384945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highlights">
  <p:cSld name="CUSTOM_5_2_2">
    <p:spTree>
      <p:nvGrpSpPr>
        <p:cNvPr id="367" name="Shape 367"/>
        <p:cNvGrpSpPr/>
        <p:nvPr/>
      </p:nvGrpSpPr>
      <p:grpSpPr>
        <a:xfrm>
          <a:off x="0" y="0"/>
          <a:ext cx="0" cy="0"/>
          <a:chOff x="0" y="0"/>
          <a:chExt cx="0" cy="0"/>
        </a:xfrm>
      </p:grpSpPr>
      <p:sp>
        <p:nvSpPr>
          <p:cNvPr id="368" name="Google Shape;368;p28"/>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69" name="Google Shape;369;p28"/>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70" name="Google Shape;370;p28"/>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71" name="Google Shape;371;p28"/>
          <p:cNvSpPr txBox="1"/>
          <p:nvPr>
            <p:ph idx="2" type="subTitle"/>
          </p:nvPr>
        </p:nvSpPr>
        <p:spPr>
          <a:xfrm>
            <a:off x="229525"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2" name="Google Shape;372;p28"/>
          <p:cNvSpPr txBox="1"/>
          <p:nvPr>
            <p:ph idx="3" type="subTitle"/>
          </p:nvPr>
        </p:nvSpPr>
        <p:spPr>
          <a:xfrm>
            <a:off x="2015702"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3" name="Google Shape;373;p28"/>
          <p:cNvSpPr txBox="1"/>
          <p:nvPr>
            <p:ph idx="4" type="subTitle"/>
          </p:nvPr>
        </p:nvSpPr>
        <p:spPr>
          <a:xfrm>
            <a:off x="3774602" y="2435600"/>
            <a:ext cx="1500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4" name="Google Shape;374;p28"/>
          <p:cNvSpPr txBox="1"/>
          <p:nvPr>
            <p:ph idx="5" type="subTitle"/>
          </p:nvPr>
        </p:nvSpPr>
        <p:spPr>
          <a:xfrm>
            <a:off x="5616677"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5" name="Google Shape;375;p28"/>
          <p:cNvSpPr txBox="1"/>
          <p:nvPr>
            <p:ph idx="6" type="subTitle"/>
          </p:nvPr>
        </p:nvSpPr>
        <p:spPr>
          <a:xfrm>
            <a:off x="7411452"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6" name="Google Shape;376;p28"/>
          <p:cNvSpPr txBox="1"/>
          <p:nvPr>
            <p:ph idx="7" type="body"/>
          </p:nvPr>
        </p:nvSpPr>
        <p:spPr>
          <a:xfrm>
            <a:off x="38758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77" name="Google Shape;377;p28"/>
          <p:cNvSpPr txBox="1"/>
          <p:nvPr>
            <p:ph idx="8" type="body"/>
          </p:nvPr>
        </p:nvSpPr>
        <p:spPr>
          <a:xfrm>
            <a:off x="2164609" y="2820600"/>
            <a:ext cx="1239300" cy="1165200"/>
          </a:xfrm>
          <a:prstGeom prst="rect">
            <a:avLst/>
          </a:prstGeom>
        </p:spPr>
        <p:txBody>
          <a:bodyPr anchorCtr="0" anchor="t" bIns="0" lIns="0" spcFirstLastPara="1" rIns="0" wrap="square" tIns="0">
            <a:spAutoFit/>
          </a:bodyPr>
          <a:lstStyle>
            <a:lvl1pPr indent="-285750" lvl="0" marL="457200">
              <a:lnSpc>
                <a:spcPct val="100000"/>
              </a:lnSpc>
              <a:spcBef>
                <a:spcPts val="0"/>
              </a:spcBef>
              <a:spcAft>
                <a:spcPts val="0"/>
              </a:spcAft>
              <a:buClr>
                <a:schemeClr val="lt1"/>
              </a:buClr>
              <a:buSzPts val="900"/>
              <a:buFont typeface="Red Hat Display"/>
              <a:buChar char="●"/>
              <a:defRPr sz="900"/>
            </a:lvl1pPr>
            <a:lvl2pPr indent="-285750" lvl="1" marL="914400">
              <a:lnSpc>
                <a:spcPct val="100000"/>
              </a:lnSpc>
              <a:spcBef>
                <a:spcPts val="0"/>
              </a:spcBef>
              <a:spcAft>
                <a:spcPts val="0"/>
              </a:spcAft>
              <a:buClr>
                <a:schemeClr val="lt1"/>
              </a:buClr>
              <a:buSzPts val="900"/>
              <a:buFont typeface="Red Hat Display"/>
              <a:buChar char="○"/>
              <a:defRPr sz="900"/>
            </a:lvl2pPr>
            <a:lvl3pPr indent="-285750" lvl="2" marL="1371600">
              <a:lnSpc>
                <a:spcPct val="100000"/>
              </a:lnSpc>
              <a:spcBef>
                <a:spcPts val="0"/>
              </a:spcBef>
              <a:spcAft>
                <a:spcPts val="0"/>
              </a:spcAft>
              <a:buClr>
                <a:schemeClr val="lt1"/>
              </a:buClr>
              <a:buSzPts val="900"/>
              <a:buFont typeface="Red Hat Display"/>
              <a:buChar char="■"/>
              <a:defRPr sz="900"/>
            </a:lvl3pPr>
            <a:lvl4pPr indent="-285750" lvl="3" marL="1828800">
              <a:lnSpc>
                <a:spcPct val="100000"/>
              </a:lnSpc>
              <a:spcBef>
                <a:spcPts val="0"/>
              </a:spcBef>
              <a:spcAft>
                <a:spcPts val="0"/>
              </a:spcAft>
              <a:buClr>
                <a:schemeClr val="lt1"/>
              </a:buClr>
              <a:buSzPts val="900"/>
              <a:buFont typeface="Red Hat Display"/>
              <a:buChar char="●"/>
              <a:defRPr sz="900"/>
            </a:lvl4pPr>
            <a:lvl5pPr indent="-285750" lvl="4" marL="2286000">
              <a:lnSpc>
                <a:spcPct val="100000"/>
              </a:lnSpc>
              <a:spcBef>
                <a:spcPts val="0"/>
              </a:spcBef>
              <a:spcAft>
                <a:spcPts val="0"/>
              </a:spcAft>
              <a:buClr>
                <a:schemeClr val="lt1"/>
              </a:buClr>
              <a:buSzPts val="900"/>
              <a:buFont typeface="Red Hat Display"/>
              <a:buChar char="○"/>
              <a:defRPr sz="900"/>
            </a:lvl5pPr>
            <a:lvl6pPr indent="-285750" lvl="5" marL="2743200">
              <a:lnSpc>
                <a:spcPct val="100000"/>
              </a:lnSpc>
              <a:spcBef>
                <a:spcPts val="0"/>
              </a:spcBef>
              <a:spcAft>
                <a:spcPts val="0"/>
              </a:spcAft>
              <a:buClr>
                <a:schemeClr val="lt1"/>
              </a:buClr>
              <a:buSzPts val="900"/>
              <a:buFont typeface="Red Hat Display"/>
              <a:buChar char="■"/>
              <a:defRPr sz="900"/>
            </a:lvl6pPr>
            <a:lvl7pPr indent="-285750" lvl="6" marL="3200400">
              <a:lnSpc>
                <a:spcPct val="100000"/>
              </a:lnSpc>
              <a:spcBef>
                <a:spcPts val="0"/>
              </a:spcBef>
              <a:spcAft>
                <a:spcPts val="0"/>
              </a:spcAft>
              <a:buClr>
                <a:schemeClr val="lt1"/>
              </a:buClr>
              <a:buSzPts val="900"/>
              <a:buFont typeface="Red Hat Display"/>
              <a:buChar char="●"/>
              <a:defRPr sz="900"/>
            </a:lvl7pPr>
            <a:lvl8pPr indent="-285750" lvl="7" marL="3657600">
              <a:lnSpc>
                <a:spcPct val="100000"/>
              </a:lnSpc>
              <a:spcBef>
                <a:spcPts val="0"/>
              </a:spcBef>
              <a:spcAft>
                <a:spcPts val="0"/>
              </a:spcAft>
              <a:buClr>
                <a:schemeClr val="lt1"/>
              </a:buClr>
              <a:buSzPts val="900"/>
              <a:buFont typeface="Red Hat Display"/>
              <a:buChar char="○"/>
              <a:defRPr sz="900"/>
            </a:lvl8pPr>
            <a:lvl9pPr indent="-285750" lvl="8" marL="4114800">
              <a:lnSpc>
                <a:spcPct val="100000"/>
              </a:lnSpc>
              <a:spcBef>
                <a:spcPts val="0"/>
              </a:spcBef>
              <a:spcAft>
                <a:spcPts val="0"/>
              </a:spcAft>
              <a:buClr>
                <a:schemeClr val="lt1"/>
              </a:buClr>
              <a:buSzPts val="900"/>
              <a:buFont typeface="Red Hat Display"/>
              <a:buChar char="■"/>
              <a:defRPr sz="900"/>
            </a:lvl9pPr>
          </a:lstStyle>
          <a:p/>
        </p:txBody>
      </p:sp>
      <p:sp>
        <p:nvSpPr>
          <p:cNvPr id="378" name="Google Shape;378;p28"/>
          <p:cNvSpPr txBox="1"/>
          <p:nvPr>
            <p:ph idx="9" type="body"/>
          </p:nvPr>
        </p:nvSpPr>
        <p:spPr>
          <a:xfrm>
            <a:off x="394163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79" name="Google Shape;379;p28"/>
          <p:cNvSpPr txBox="1"/>
          <p:nvPr>
            <p:ph idx="13" type="body"/>
          </p:nvPr>
        </p:nvSpPr>
        <p:spPr>
          <a:xfrm>
            <a:off x="576448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80" name="Google Shape;380;p28"/>
          <p:cNvSpPr txBox="1"/>
          <p:nvPr>
            <p:ph idx="14" type="body"/>
          </p:nvPr>
        </p:nvSpPr>
        <p:spPr>
          <a:xfrm>
            <a:off x="758733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highlights w/ dots">
  <p:cSld name="CUSTOM_5_2_1">
    <p:spTree>
      <p:nvGrpSpPr>
        <p:cNvPr id="381" name="Shape 381"/>
        <p:cNvGrpSpPr/>
        <p:nvPr/>
      </p:nvGrpSpPr>
      <p:grpSpPr>
        <a:xfrm>
          <a:off x="0" y="0"/>
          <a:ext cx="0" cy="0"/>
          <a:chOff x="0" y="0"/>
          <a:chExt cx="0" cy="0"/>
        </a:xfrm>
      </p:grpSpPr>
      <p:sp>
        <p:nvSpPr>
          <p:cNvPr id="382" name="Google Shape;382;p29"/>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83" name="Google Shape;383;p29"/>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84" name="Google Shape;384;p29"/>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85" name="Google Shape;385;p29"/>
          <p:cNvSpPr txBox="1"/>
          <p:nvPr>
            <p:ph idx="2" type="subTitle"/>
          </p:nvPr>
        </p:nvSpPr>
        <p:spPr>
          <a:xfrm>
            <a:off x="351700"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86" name="Google Shape;386;p29"/>
          <p:cNvSpPr txBox="1"/>
          <p:nvPr>
            <p:ph idx="3" type="subTitle"/>
          </p:nvPr>
        </p:nvSpPr>
        <p:spPr>
          <a:xfrm>
            <a:off x="3315050"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87" name="Google Shape;387;p29"/>
          <p:cNvSpPr txBox="1"/>
          <p:nvPr>
            <p:ph idx="4" type="subTitle"/>
          </p:nvPr>
        </p:nvSpPr>
        <p:spPr>
          <a:xfrm>
            <a:off x="6278400" y="2435600"/>
            <a:ext cx="1500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88" name="Google Shape;388;p29"/>
          <p:cNvSpPr txBox="1"/>
          <p:nvPr>
            <p:ph idx="5" type="body"/>
          </p:nvPr>
        </p:nvSpPr>
        <p:spPr>
          <a:xfrm>
            <a:off x="3315050" y="2882813"/>
            <a:ext cx="2439900" cy="11652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Font typeface="Red Hat Display"/>
              <a:buChar char="●"/>
              <a:defRPr sz="900"/>
            </a:lvl1pPr>
            <a:lvl2pPr indent="-285750" lvl="1" marL="914400">
              <a:spcBef>
                <a:spcPts val="800"/>
              </a:spcBef>
              <a:spcAft>
                <a:spcPts val="0"/>
              </a:spcAft>
              <a:buSzPts val="900"/>
              <a:buFont typeface="Red Hat Display"/>
              <a:buChar char="○"/>
              <a:defRPr sz="900"/>
            </a:lvl2pPr>
            <a:lvl3pPr indent="-285750" lvl="2" marL="1371600">
              <a:spcBef>
                <a:spcPts val="800"/>
              </a:spcBef>
              <a:spcAft>
                <a:spcPts val="0"/>
              </a:spcAft>
              <a:buSzPts val="900"/>
              <a:buFont typeface="Red Hat Display"/>
              <a:buChar char="■"/>
              <a:defRPr sz="900"/>
            </a:lvl3pPr>
            <a:lvl4pPr indent="-285750" lvl="3" marL="1828800">
              <a:spcBef>
                <a:spcPts val="800"/>
              </a:spcBef>
              <a:spcAft>
                <a:spcPts val="0"/>
              </a:spcAft>
              <a:buSzPts val="900"/>
              <a:buFont typeface="Red Hat Display"/>
              <a:buChar char="●"/>
              <a:defRPr sz="900"/>
            </a:lvl4pPr>
            <a:lvl5pPr indent="-285750" lvl="4" marL="2286000">
              <a:spcBef>
                <a:spcPts val="800"/>
              </a:spcBef>
              <a:spcAft>
                <a:spcPts val="0"/>
              </a:spcAft>
              <a:buSzPts val="900"/>
              <a:buFont typeface="Red Hat Display"/>
              <a:buChar char="○"/>
              <a:defRPr sz="900"/>
            </a:lvl5pPr>
            <a:lvl6pPr indent="-285750" lvl="5" marL="2743200">
              <a:spcBef>
                <a:spcPts val="800"/>
              </a:spcBef>
              <a:spcAft>
                <a:spcPts val="0"/>
              </a:spcAft>
              <a:buSzPts val="900"/>
              <a:buFont typeface="Red Hat Display"/>
              <a:buChar char="■"/>
              <a:defRPr sz="900"/>
            </a:lvl6pPr>
            <a:lvl7pPr indent="-285750" lvl="6" marL="3200400">
              <a:spcBef>
                <a:spcPts val="800"/>
              </a:spcBef>
              <a:spcAft>
                <a:spcPts val="0"/>
              </a:spcAft>
              <a:buSzPts val="900"/>
              <a:buFont typeface="Red Hat Display"/>
              <a:buChar char="●"/>
              <a:defRPr sz="900"/>
            </a:lvl7pPr>
            <a:lvl8pPr indent="-285750" lvl="7" marL="3657600">
              <a:spcBef>
                <a:spcPts val="800"/>
              </a:spcBef>
              <a:spcAft>
                <a:spcPts val="0"/>
              </a:spcAft>
              <a:buSzPts val="900"/>
              <a:buFont typeface="Red Hat Display"/>
              <a:buChar char="○"/>
              <a:defRPr sz="900"/>
            </a:lvl8pPr>
            <a:lvl9pPr indent="-285750" lvl="8" marL="4114800">
              <a:spcBef>
                <a:spcPts val="800"/>
              </a:spcBef>
              <a:spcAft>
                <a:spcPts val="800"/>
              </a:spcAft>
              <a:buSzPts val="900"/>
              <a:buFont typeface="Red Hat Display"/>
              <a:buChar char="■"/>
              <a:defRPr sz="900"/>
            </a:lvl9pPr>
          </a:lstStyle>
          <a:p/>
        </p:txBody>
      </p:sp>
      <p:grpSp>
        <p:nvGrpSpPr>
          <p:cNvPr id="389" name="Google Shape;389;p29"/>
          <p:cNvGrpSpPr/>
          <p:nvPr/>
        </p:nvGrpSpPr>
        <p:grpSpPr>
          <a:xfrm flipH="1">
            <a:off x="6903656" y="79823"/>
            <a:ext cx="2140834" cy="1767927"/>
            <a:chOff x="142083" y="79814"/>
            <a:chExt cx="1831025" cy="1512212"/>
          </a:xfrm>
        </p:grpSpPr>
        <p:sp>
          <p:nvSpPr>
            <p:cNvPr id="390" name="Google Shape;390;p29"/>
            <p:cNvSpPr/>
            <p:nvPr/>
          </p:nvSpPr>
          <p:spPr>
            <a:xfrm>
              <a:off x="142083" y="798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1" name="Google Shape;391;p29"/>
            <p:cNvSpPr/>
            <p:nvPr/>
          </p:nvSpPr>
          <p:spPr>
            <a:xfrm>
              <a:off x="487858" y="872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2" name="Google Shape;392;p29"/>
            <p:cNvSpPr/>
            <p:nvPr/>
          </p:nvSpPr>
          <p:spPr>
            <a:xfrm>
              <a:off x="839135" y="872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3" name="Google Shape;393;p29"/>
            <p:cNvSpPr/>
            <p:nvPr/>
          </p:nvSpPr>
          <p:spPr>
            <a:xfrm>
              <a:off x="1191033" y="1054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4" name="Google Shape;394;p29"/>
            <p:cNvSpPr/>
            <p:nvPr/>
          </p:nvSpPr>
          <p:spPr>
            <a:xfrm>
              <a:off x="1537808" y="1154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5" name="Google Shape;395;p29"/>
            <p:cNvSpPr/>
            <p:nvPr/>
          </p:nvSpPr>
          <p:spPr>
            <a:xfrm>
              <a:off x="1908008" y="1487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6" name="Google Shape;396;p29"/>
            <p:cNvSpPr/>
            <p:nvPr/>
          </p:nvSpPr>
          <p:spPr>
            <a:xfrm>
              <a:off x="164883" y="4226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7" name="Google Shape;397;p29"/>
            <p:cNvSpPr/>
            <p:nvPr/>
          </p:nvSpPr>
          <p:spPr>
            <a:xfrm>
              <a:off x="506960" y="4278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8" name="Google Shape;398;p29"/>
            <p:cNvSpPr/>
            <p:nvPr/>
          </p:nvSpPr>
          <p:spPr>
            <a:xfrm>
              <a:off x="854387" y="4367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9" name="Google Shape;399;p29"/>
            <p:cNvSpPr/>
            <p:nvPr/>
          </p:nvSpPr>
          <p:spPr>
            <a:xfrm>
              <a:off x="1202034" y="4503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0" name="Google Shape;400;p29"/>
            <p:cNvSpPr/>
            <p:nvPr/>
          </p:nvSpPr>
          <p:spPr>
            <a:xfrm>
              <a:off x="1558407" y="4700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1" name="Google Shape;401;p29"/>
            <p:cNvSpPr/>
            <p:nvPr/>
          </p:nvSpPr>
          <p:spPr>
            <a:xfrm>
              <a:off x="1924408" y="4998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2" name="Google Shape;402;p29"/>
            <p:cNvSpPr/>
            <p:nvPr/>
          </p:nvSpPr>
          <p:spPr>
            <a:xfrm>
              <a:off x="529964" y="7756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3" name="Google Shape;403;p29"/>
            <p:cNvSpPr/>
            <p:nvPr/>
          </p:nvSpPr>
          <p:spPr>
            <a:xfrm>
              <a:off x="185718" y="7654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4" name="Google Shape;404;p29"/>
            <p:cNvSpPr/>
            <p:nvPr/>
          </p:nvSpPr>
          <p:spPr>
            <a:xfrm>
              <a:off x="873448" y="7840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5" name="Google Shape;405;p29"/>
            <p:cNvSpPr/>
            <p:nvPr/>
          </p:nvSpPr>
          <p:spPr>
            <a:xfrm>
              <a:off x="1230921" y="8045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6" name="Google Shape;406;p29"/>
            <p:cNvSpPr/>
            <p:nvPr/>
          </p:nvSpPr>
          <p:spPr>
            <a:xfrm>
              <a:off x="1577346" y="8242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7" name="Google Shape;407;p29"/>
            <p:cNvSpPr/>
            <p:nvPr/>
          </p:nvSpPr>
          <p:spPr>
            <a:xfrm>
              <a:off x="551148" y="11221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8" name="Google Shape;408;p29"/>
            <p:cNvSpPr/>
            <p:nvPr/>
          </p:nvSpPr>
          <p:spPr>
            <a:xfrm>
              <a:off x="201014" y="11153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9" name="Google Shape;409;p29"/>
            <p:cNvSpPr/>
            <p:nvPr/>
          </p:nvSpPr>
          <p:spPr>
            <a:xfrm>
              <a:off x="900639" y="11443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10" name="Google Shape;410;p29"/>
            <p:cNvSpPr/>
            <p:nvPr/>
          </p:nvSpPr>
          <p:spPr>
            <a:xfrm>
              <a:off x="1258496" y="11609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11" name="Google Shape;411;p29"/>
            <p:cNvSpPr/>
            <p:nvPr/>
          </p:nvSpPr>
          <p:spPr>
            <a:xfrm>
              <a:off x="240458" y="14840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12" name="Google Shape;412;p29"/>
            <p:cNvSpPr/>
            <p:nvPr/>
          </p:nvSpPr>
          <p:spPr>
            <a:xfrm>
              <a:off x="583108" y="14861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13" name="Google Shape;413;p29"/>
            <p:cNvSpPr/>
            <p:nvPr/>
          </p:nvSpPr>
          <p:spPr>
            <a:xfrm>
              <a:off x="937805" y="15085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grpSp>
      <p:sp>
        <p:nvSpPr>
          <p:cNvPr id="414" name="Google Shape;414;p29"/>
          <p:cNvSpPr txBox="1"/>
          <p:nvPr>
            <p:ph idx="6" type="body"/>
          </p:nvPr>
        </p:nvSpPr>
        <p:spPr>
          <a:xfrm>
            <a:off x="3517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
        <p:nvSpPr>
          <p:cNvPr id="415" name="Google Shape;415;p29"/>
          <p:cNvSpPr txBox="1"/>
          <p:nvPr>
            <p:ph idx="7" type="body"/>
          </p:nvPr>
        </p:nvSpPr>
        <p:spPr>
          <a:xfrm>
            <a:off x="62784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highlights">
  <p:cSld name="CUSTOM_5_2_1_1">
    <p:spTree>
      <p:nvGrpSpPr>
        <p:cNvPr id="416" name="Shape 416"/>
        <p:cNvGrpSpPr/>
        <p:nvPr/>
      </p:nvGrpSpPr>
      <p:grpSpPr>
        <a:xfrm>
          <a:off x="0" y="0"/>
          <a:ext cx="0" cy="0"/>
          <a:chOff x="0" y="0"/>
          <a:chExt cx="0" cy="0"/>
        </a:xfrm>
      </p:grpSpPr>
      <p:sp>
        <p:nvSpPr>
          <p:cNvPr id="417" name="Google Shape;417;p30"/>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418" name="Google Shape;418;p30"/>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419" name="Google Shape;419;p30"/>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20" name="Google Shape;420;p30"/>
          <p:cNvSpPr txBox="1"/>
          <p:nvPr>
            <p:ph idx="2" type="subTitle"/>
          </p:nvPr>
        </p:nvSpPr>
        <p:spPr>
          <a:xfrm>
            <a:off x="351700" y="2435600"/>
            <a:ext cx="2439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21" name="Google Shape;421;p30"/>
          <p:cNvSpPr txBox="1"/>
          <p:nvPr>
            <p:ph idx="3" type="subTitle"/>
          </p:nvPr>
        </p:nvSpPr>
        <p:spPr>
          <a:xfrm>
            <a:off x="3315050" y="2435600"/>
            <a:ext cx="2439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22" name="Google Shape;422;p30"/>
          <p:cNvSpPr txBox="1"/>
          <p:nvPr>
            <p:ph idx="4" type="subTitle"/>
          </p:nvPr>
        </p:nvSpPr>
        <p:spPr>
          <a:xfrm>
            <a:off x="6278400" y="2435600"/>
            <a:ext cx="2439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23" name="Google Shape;423;p30"/>
          <p:cNvSpPr txBox="1"/>
          <p:nvPr>
            <p:ph idx="5" type="body"/>
          </p:nvPr>
        </p:nvSpPr>
        <p:spPr>
          <a:xfrm>
            <a:off x="3315050" y="2882813"/>
            <a:ext cx="2439900" cy="11652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Font typeface="Red Hat Display"/>
              <a:buChar char="●"/>
              <a:defRPr sz="900"/>
            </a:lvl1pPr>
            <a:lvl2pPr indent="-285750" lvl="1" marL="914400">
              <a:spcBef>
                <a:spcPts val="800"/>
              </a:spcBef>
              <a:spcAft>
                <a:spcPts val="0"/>
              </a:spcAft>
              <a:buSzPts val="900"/>
              <a:buFont typeface="Red Hat Display"/>
              <a:buChar char="○"/>
              <a:defRPr sz="900"/>
            </a:lvl2pPr>
            <a:lvl3pPr indent="-285750" lvl="2" marL="1371600">
              <a:spcBef>
                <a:spcPts val="800"/>
              </a:spcBef>
              <a:spcAft>
                <a:spcPts val="0"/>
              </a:spcAft>
              <a:buSzPts val="900"/>
              <a:buFont typeface="Red Hat Display"/>
              <a:buChar char="■"/>
              <a:defRPr sz="900"/>
            </a:lvl3pPr>
            <a:lvl4pPr indent="-285750" lvl="3" marL="1828800">
              <a:spcBef>
                <a:spcPts val="800"/>
              </a:spcBef>
              <a:spcAft>
                <a:spcPts val="0"/>
              </a:spcAft>
              <a:buSzPts val="900"/>
              <a:buFont typeface="Red Hat Display"/>
              <a:buChar char="●"/>
              <a:defRPr sz="900"/>
            </a:lvl4pPr>
            <a:lvl5pPr indent="-285750" lvl="4" marL="2286000">
              <a:spcBef>
                <a:spcPts val="800"/>
              </a:spcBef>
              <a:spcAft>
                <a:spcPts val="0"/>
              </a:spcAft>
              <a:buSzPts val="900"/>
              <a:buFont typeface="Red Hat Display"/>
              <a:buChar char="○"/>
              <a:defRPr sz="900"/>
            </a:lvl5pPr>
            <a:lvl6pPr indent="-285750" lvl="5" marL="2743200">
              <a:spcBef>
                <a:spcPts val="800"/>
              </a:spcBef>
              <a:spcAft>
                <a:spcPts val="0"/>
              </a:spcAft>
              <a:buSzPts val="900"/>
              <a:buFont typeface="Red Hat Display"/>
              <a:buChar char="■"/>
              <a:defRPr sz="900"/>
            </a:lvl6pPr>
            <a:lvl7pPr indent="-285750" lvl="6" marL="3200400">
              <a:spcBef>
                <a:spcPts val="800"/>
              </a:spcBef>
              <a:spcAft>
                <a:spcPts val="0"/>
              </a:spcAft>
              <a:buSzPts val="900"/>
              <a:buFont typeface="Red Hat Display"/>
              <a:buChar char="●"/>
              <a:defRPr sz="900"/>
            </a:lvl7pPr>
            <a:lvl8pPr indent="-285750" lvl="7" marL="3657600">
              <a:spcBef>
                <a:spcPts val="800"/>
              </a:spcBef>
              <a:spcAft>
                <a:spcPts val="0"/>
              </a:spcAft>
              <a:buSzPts val="900"/>
              <a:buFont typeface="Red Hat Display"/>
              <a:buChar char="○"/>
              <a:defRPr sz="900"/>
            </a:lvl8pPr>
            <a:lvl9pPr indent="-285750" lvl="8" marL="4114800">
              <a:spcBef>
                <a:spcPts val="800"/>
              </a:spcBef>
              <a:spcAft>
                <a:spcPts val="800"/>
              </a:spcAft>
              <a:buSzPts val="900"/>
              <a:buFont typeface="Red Hat Display"/>
              <a:buChar char="■"/>
              <a:defRPr sz="900"/>
            </a:lvl9pPr>
          </a:lstStyle>
          <a:p/>
        </p:txBody>
      </p:sp>
      <p:sp>
        <p:nvSpPr>
          <p:cNvPr id="424" name="Google Shape;424;p30"/>
          <p:cNvSpPr txBox="1"/>
          <p:nvPr>
            <p:ph idx="6" type="body"/>
          </p:nvPr>
        </p:nvSpPr>
        <p:spPr>
          <a:xfrm>
            <a:off x="3517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
        <p:nvSpPr>
          <p:cNvPr id="425" name="Google Shape;425;p30"/>
          <p:cNvSpPr txBox="1"/>
          <p:nvPr>
            <p:ph idx="7" type="body"/>
          </p:nvPr>
        </p:nvSpPr>
        <p:spPr>
          <a:xfrm>
            <a:off x="62784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highlights">
  <p:cSld name="CUSTOM_5_1">
    <p:spTree>
      <p:nvGrpSpPr>
        <p:cNvPr id="426" name="Shape 426"/>
        <p:cNvGrpSpPr/>
        <p:nvPr/>
      </p:nvGrpSpPr>
      <p:grpSpPr>
        <a:xfrm>
          <a:off x="0" y="0"/>
          <a:ext cx="0" cy="0"/>
          <a:chOff x="0" y="0"/>
          <a:chExt cx="0" cy="0"/>
        </a:xfrm>
      </p:grpSpPr>
      <p:sp>
        <p:nvSpPr>
          <p:cNvPr id="427" name="Google Shape;427;p31"/>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28" name="Google Shape;428;p31"/>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429" name="Google Shape;429;p31"/>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430" name="Google Shape;430;p31"/>
          <p:cNvSpPr txBox="1"/>
          <p:nvPr>
            <p:ph idx="2" type="subTitle"/>
          </p:nvPr>
        </p:nvSpPr>
        <p:spPr>
          <a:xfrm>
            <a:off x="637000" y="1820550"/>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431" name="Google Shape;431;p31"/>
          <p:cNvSpPr txBox="1"/>
          <p:nvPr>
            <p:ph idx="3" type="subTitle"/>
          </p:nvPr>
        </p:nvSpPr>
        <p:spPr>
          <a:xfrm>
            <a:off x="637000" y="3294325"/>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432" name="Google Shape;432;p31"/>
          <p:cNvSpPr txBox="1"/>
          <p:nvPr>
            <p:ph idx="4" type="subTitle"/>
          </p:nvPr>
        </p:nvSpPr>
        <p:spPr>
          <a:xfrm>
            <a:off x="5028175" y="1820550"/>
            <a:ext cx="702300" cy="776100"/>
          </a:xfrm>
          <a:prstGeom prst="rect">
            <a:avLst/>
          </a:prstGeom>
        </p:spPr>
        <p:txBody>
          <a:bodyPr anchorCtr="0" anchor="ctr" bIns="0" lIns="0" spcFirstLastPara="1" rIns="0" wrap="square" tIns="0">
            <a:noAutofit/>
          </a:bodyPr>
          <a:lstStyle>
            <a:lvl1pPr lvl="0" algn="ctr">
              <a:spcBef>
                <a:spcPts val="0"/>
              </a:spcBef>
              <a:spcAft>
                <a:spcPts val="0"/>
              </a:spcAft>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3" name="Google Shape;433;p31"/>
          <p:cNvSpPr txBox="1"/>
          <p:nvPr>
            <p:ph idx="5" type="subTitle"/>
          </p:nvPr>
        </p:nvSpPr>
        <p:spPr>
          <a:xfrm>
            <a:off x="5028175" y="3294325"/>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434" name="Google Shape;434;p31"/>
          <p:cNvSpPr txBox="1"/>
          <p:nvPr>
            <p:ph idx="6" type="subTitle"/>
          </p:nvPr>
        </p:nvSpPr>
        <p:spPr>
          <a:xfrm>
            <a:off x="1546000" y="1807825"/>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435" name="Google Shape;435;p31"/>
          <p:cNvSpPr txBox="1"/>
          <p:nvPr>
            <p:ph idx="7" type="subTitle"/>
          </p:nvPr>
        </p:nvSpPr>
        <p:spPr>
          <a:xfrm>
            <a:off x="1546000" y="3288350"/>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436" name="Google Shape;436;p31"/>
          <p:cNvSpPr txBox="1"/>
          <p:nvPr>
            <p:ph idx="8" type="subTitle"/>
          </p:nvPr>
        </p:nvSpPr>
        <p:spPr>
          <a:xfrm>
            <a:off x="5937175" y="1807825"/>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437" name="Google Shape;437;p31"/>
          <p:cNvSpPr txBox="1"/>
          <p:nvPr>
            <p:ph idx="9" type="subTitle"/>
          </p:nvPr>
        </p:nvSpPr>
        <p:spPr>
          <a:xfrm>
            <a:off x="5937175" y="3288350"/>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Black">
  <p:cSld name="BLANK_1_1_1_1_1_1">
    <p:spTree>
      <p:nvGrpSpPr>
        <p:cNvPr id="438" name="Shape 438"/>
        <p:cNvGrpSpPr/>
        <p:nvPr/>
      </p:nvGrpSpPr>
      <p:grpSpPr>
        <a:xfrm>
          <a:off x="0" y="0"/>
          <a:ext cx="0" cy="0"/>
          <a:chOff x="0" y="0"/>
          <a:chExt cx="0" cy="0"/>
        </a:xfrm>
      </p:grpSpPr>
      <p:cxnSp>
        <p:nvCxnSpPr>
          <p:cNvPr id="439" name="Google Shape;439;p32"/>
          <p:cNvCxnSpPr/>
          <p:nvPr/>
        </p:nvCxnSpPr>
        <p:spPr>
          <a:xfrm>
            <a:off x="3518300" y="712833"/>
            <a:ext cx="5617500" cy="0"/>
          </a:xfrm>
          <a:prstGeom prst="straightConnector1">
            <a:avLst/>
          </a:prstGeom>
          <a:noFill/>
          <a:ln cap="flat" cmpd="sng" w="9525">
            <a:solidFill>
              <a:schemeClr val="accent5"/>
            </a:solidFill>
            <a:prstDash val="solid"/>
            <a:round/>
            <a:headEnd len="med" w="med" type="none"/>
            <a:tailEnd len="med" w="med" type="none"/>
          </a:ln>
        </p:spPr>
      </p:cxnSp>
      <p:cxnSp>
        <p:nvCxnSpPr>
          <p:cNvPr id="440" name="Google Shape;440;p32"/>
          <p:cNvCxnSpPr>
            <a:stCxn id="441" idx="1"/>
            <a:endCxn id="442" idx="3"/>
          </p:cNvCxnSpPr>
          <p:nvPr/>
        </p:nvCxnSpPr>
        <p:spPr>
          <a:xfrm>
            <a:off x="2641916" y="1598375"/>
            <a:ext cx="0" cy="1332300"/>
          </a:xfrm>
          <a:prstGeom prst="straightConnector1">
            <a:avLst/>
          </a:prstGeom>
          <a:noFill/>
          <a:ln cap="flat" cmpd="sng" w="9525">
            <a:solidFill>
              <a:schemeClr val="accent5"/>
            </a:solidFill>
            <a:prstDash val="solid"/>
            <a:round/>
            <a:headEnd len="med" w="med" type="none"/>
            <a:tailEnd len="med" w="med" type="none"/>
          </a:ln>
        </p:spPr>
      </p:cxnSp>
      <p:cxnSp>
        <p:nvCxnSpPr>
          <p:cNvPr id="443" name="Google Shape;443;p32"/>
          <p:cNvCxnSpPr/>
          <p:nvPr/>
        </p:nvCxnSpPr>
        <p:spPr>
          <a:xfrm rot="10800000">
            <a:off x="-19425" y="711675"/>
            <a:ext cx="936600" cy="936600"/>
          </a:xfrm>
          <a:prstGeom prst="straightConnector1">
            <a:avLst/>
          </a:prstGeom>
          <a:noFill/>
          <a:ln cap="flat" cmpd="sng" w="9525">
            <a:solidFill>
              <a:schemeClr val="accent5"/>
            </a:solidFill>
            <a:prstDash val="solid"/>
            <a:round/>
            <a:headEnd len="med" w="med" type="none"/>
            <a:tailEnd len="med" w="med" type="none"/>
          </a:ln>
        </p:spPr>
      </p:cxnSp>
      <p:cxnSp>
        <p:nvCxnSpPr>
          <p:cNvPr id="444" name="Google Shape;444;p32"/>
          <p:cNvCxnSpPr/>
          <p:nvPr/>
        </p:nvCxnSpPr>
        <p:spPr>
          <a:xfrm rot="10800000">
            <a:off x="1464900" y="-8025"/>
            <a:ext cx="958800" cy="958800"/>
          </a:xfrm>
          <a:prstGeom prst="straightConnector1">
            <a:avLst/>
          </a:prstGeom>
          <a:noFill/>
          <a:ln cap="flat" cmpd="sng" w="9525">
            <a:solidFill>
              <a:schemeClr val="accent5"/>
            </a:solidFill>
            <a:prstDash val="solid"/>
            <a:round/>
            <a:headEnd len="med" w="med" type="none"/>
            <a:tailEnd len="med" w="med" type="none"/>
          </a:ln>
        </p:spPr>
      </p:cxnSp>
      <p:sp>
        <p:nvSpPr>
          <p:cNvPr id="441" name="Google Shape;441;p32"/>
          <p:cNvSpPr/>
          <p:nvPr/>
        </p:nvSpPr>
        <p:spPr>
          <a:xfrm flipH="1">
            <a:off x="1761266" y="-614125"/>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45" name="Google Shape;445;p32"/>
          <p:cNvCxnSpPr/>
          <p:nvPr/>
        </p:nvCxnSpPr>
        <p:spPr>
          <a:xfrm rot="10800000">
            <a:off x="709975" y="3201569"/>
            <a:ext cx="1758300" cy="1758300"/>
          </a:xfrm>
          <a:prstGeom prst="straightConnector1">
            <a:avLst/>
          </a:prstGeom>
          <a:noFill/>
          <a:ln cap="flat" cmpd="sng" w="9525">
            <a:solidFill>
              <a:schemeClr val="accent5"/>
            </a:solidFill>
            <a:prstDash val="solid"/>
            <a:round/>
            <a:headEnd len="med" w="med" type="none"/>
            <a:tailEnd len="med" w="med" type="none"/>
          </a:ln>
        </p:spPr>
      </p:cxnSp>
      <p:sp>
        <p:nvSpPr>
          <p:cNvPr id="442" name="Google Shape;442;p32"/>
          <p:cNvSpPr/>
          <p:nvPr/>
        </p:nvSpPr>
        <p:spPr>
          <a:xfrm>
            <a:off x="1761265" y="2930748"/>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46" name="Google Shape;446;p32"/>
          <p:cNvCxnSpPr/>
          <p:nvPr/>
        </p:nvCxnSpPr>
        <p:spPr>
          <a:xfrm flipH="1" rot="10800000">
            <a:off x="-23900" y="3541825"/>
            <a:ext cx="1163100" cy="1163100"/>
          </a:xfrm>
          <a:prstGeom prst="straightConnector1">
            <a:avLst/>
          </a:prstGeom>
          <a:noFill/>
          <a:ln cap="flat" cmpd="sng" w="9525">
            <a:solidFill>
              <a:schemeClr val="accent5"/>
            </a:solidFill>
            <a:prstDash val="solid"/>
            <a:round/>
            <a:headEnd len="med" w="med" type="none"/>
            <a:tailEnd len="med" w="med" type="none"/>
          </a:ln>
        </p:spPr>
      </p:cxnSp>
      <p:sp>
        <p:nvSpPr>
          <p:cNvPr id="447" name="Google Shape;447;p32"/>
          <p:cNvSpPr/>
          <p:nvPr/>
        </p:nvSpPr>
        <p:spPr>
          <a:xfrm flipH="1">
            <a:off x="-34" y="1598375"/>
            <a:ext cx="1761300" cy="2212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8" name="Google Shape;448;p32"/>
          <p:cNvSpPr txBox="1"/>
          <p:nvPr>
            <p:ph idx="1" type="subTitle"/>
          </p:nvPr>
        </p:nvSpPr>
        <p:spPr>
          <a:xfrm>
            <a:off x="3948800" y="2677300"/>
            <a:ext cx="4966500" cy="20064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49" name="Google Shape;449;p32"/>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Green">
  <p:cSld name="BLANK_1_1_1_1_1_1_2">
    <p:bg>
      <p:bgPr>
        <a:solidFill>
          <a:schemeClr val="accent5"/>
        </a:solidFill>
      </p:bgPr>
    </p:bg>
    <p:spTree>
      <p:nvGrpSpPr>
        <p:cNvPr id="450" name="Shape 450"/>
        <p:cNvGrpSpPr/>
        <p:nvPr/>
      </p:nvGrpSpPr>
      <p:grpSpPr>
        <a:xfrm>
          <a:off x="0" y="0"/>
          <a:ext cx="0" cy="0"/>
          <a:chOff x="0" y="0"/>
          <a:chExt cx="0" cy="0"/>
        </a:xfrm>
      </p:grpSpPr>
      <p:cxnSp>
        <p:nvCxnSpPr>
          <p:cNvPr id="451" name="Google Shape;451;p33"/>
          <p:cNvCxnSpPr/>
          <p:nvPr/>
        </p:nvCxnSpPr>
        <p:spPr>
          <a:xfrm>
            <a:off x="3518300" y="712833"/>
            <a:ext cx="5617500" cy="0"/>
          </a:xfrm>
          <a:prstGeom prst="straightConnector1">
            <a:avLst/>
          </a:prstGeom>
          <a:noFill/>
          <a:ln cap="flat" cmpd="sng" w="9525">
            <a:solidFill>
              <a:schemeClr val="accent4"/>
            </a:solidFill>
            <a:prstDash val="solid"/>
            <a:round/>
            <a:headEnd len="med" w="med" type="none"/>
            <a:tailEnd len="med" w="med" type="none"/>
          </a:ln>
        </p:spPr>
      </p:cxnSp>
      <p:cxnSp>
        <p:nvCxnSpPr>
          <p:cNvPr id="452" name="Google Shape;452;p33"/>
          <p:cNvCxnSpPr>
            <a:stCxn id="453" idx="1"/>
            <a:endCxn id="454" idx="3"/>
          </p:cNvCxnSpPr>
          <p:nvPr/>
        </p:nvCxnSpPr>
        <p:spPr>
          <a:xfrm>
            <a:off x="2641916" y="1598375"/>
            <a:ext cx="0" cy="1332300"/>
          </a:xfrm>
          <a:prstGeom prst="straightConnector1">
            <a:avLst/>
          </a:prstGeom>
          <a:noFill/>
          <a:ln cap="flat" cmpd="sng" w="9525">
            <a:solidFill>
              <a:schemeClr val="accent4"/>
            </a:solidFill>
            <a:prstDash val="solid"/>
            <a:round/>
            <a:headEnd len="med" w="med" type="none"/>
            <a:tailEnd len="med" w="med" type="none"/>
          </a:ln>
        </p:spPr>
      </p:cxnSp>
      <p:cxnSp>
        <p:nvCxnSpPr>
          <p:cNvPr id="455" name="Google Shape;455;p33"/>
          <p:cNvCxnSpPr/>
          <p:nvPr/>
        </p:nvCxnSpPr>
        <p:spPr>
          <a:xfrm rot="10800000">
            <a:off x="-19425" y="711675"/>
            <a:ext cx="936600" cy="936600"/>
          </a:xfrm>
          <a:prstGeom prst="straightConnector1">
            <a:avLst/>
          </a:prstGeom>
          <a:noFill/>
          <a:ln cap="flat" cmpd="sng" w="9525">
            <a:solidFill>
              <a:schemeClr val="accent4"/>
            </a:solidFill>
            <a:prstDash val="solid"/>
            <a:round/>
            <a:headEnd len="med" w="med" type="none"/>
            <a:tailEnd len="med" w="med" type="none"/>
          </a:ln>
        </p:spPr>
      </p:cxnSp>
      <p:cxnSp>
        <p:nvCxnSpPr>
          <p:cNvPr id="456" name="Google Shape;456;p33"/>
          <p:cNvCxnSpPr/>
          <p:nvPr/>
        </p:nvCxnSpPr>
        <p:spPr>
          <a:xfrm rot="10800000">
            <a:off x="1464900" y="-8025"/>
            <a:ext cx="958800" cy="958800"/>
          </a:xfrm>
          <a:prstGeom prst="straightConnector1">
            <a:avLst/>
          </a:prstGeom>
          <a:noFill/>
          <a:ln cap="flat" cmpd="sng" w="9525">
            <a:solidFill>
              <a:schemeClr val="accent4"/>
            </a:solidFill>
            <a:prstDash val="solid"/>
            <a:round/>
            <a:headEnd len="med" w="med" type="none"/>
            <a:tailEnd len="med" w="med" type="none"/>
          </a:ln>
        </p:spPr>
      </p:cxnSp>
      <p:sp>
        <p:nvSpPr>
          <p:cNvPr id="453" name="Google Shape;453;p33"/>
          <p:cNvSpPr/>
          <p:nvPr/>
        </p:nvSpPr>
        <p:spPr>
          <a:xfrm flipH="1">
            <a:off x="1761266" y="-614125"/>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57" name="Google Shape;457;p33"/>
          <p:cNvCxnSpPr/>
          <p:nvPr/>
        </p:nvCxnSpPr>
        <p:spPr>
          <a:xfrm rot="10800000">
            <a:off x="709975" y="3201569"/>
            <a:ext cx="1758300" cy="1758300"/>
          </a:xfrm>
          <a:prstGeom prst="straightConnector1">
            <a:avLst/>
          </a:prstGeom>
          <a:noFill/>
          <a:ln cap="flat" cmpd="sng" w="9525">
            <a:solidFill>
              <a:schemeClr val="accent4"/>
            </a:solidFill>
            <a:prstDash val="solid"/>
            <a:round/>
            <a:headEnd len="med" w="med" type="none"/>
            <a:tailEnd len="med" w="med" type="none"/>
          </a:ln>
        </p:spPr>
      </p:cxnSp>
      <p:sp>
        <p:nvSpPr>
          <p:cNvPr id="454" name="Google Shape;454;p33"/>
          <p:cNvSpPr/>
          <p:nvPr/>
        </p:nvSpPr>
        <p:spPr>
          <a:xfrm>
            <a:off x="1761265" y="2930748"/>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58" name="Google Shape;458;p33"/>
          <p:cNvCxnSpPr/>
          <p:nvPr/>
        </p:nvCxnSpPr>
        <p:spPr>
          <a:xfrm flipH="1" rot="10800000">
            <a:off x="-23900" y="3541825"/>
            <a:ext cx="1163100" cy="1163100"/>
          </a:xfrm>
          <a:prstGeom prst="straightConnector1">
            <a:avLst/>
          </a:prstGeom>
          <a:noFill/>
          <a:ln cap="flat" cmpd="sng" w="9525">
            <a:solidFill>
              <a:schemeClr val="accent4"/>
            </a:solidFill>
            <a:prstDash val="solid"/>
            <a:round/>
            <a:headEnd len="med" w="med" type="none"/>
            <a:tailEnd len="med" w="med" type="none"/>
          </a:ln>
        </p:spPr>
      </p:cxnSp>
      <p:sp>
        <p:nvSpPr>
          <p:cNvPr id="459" name="Google Shape;459;p33"/>
          <p:cNvSpPr/>
          <p:nvPr/>
        </p:nvSpPr>
        <p:spPr>
          <a:xfrm flipH="1">
            <a:off x="-34" y="1598375"/>
            <a:ext cx="1761300" cy="22125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0" name="Google Shape;460;p33"/>
          <p:cNvSpPr txBox="1"/>
          <p:nvPr>
            <p:ph idx="1" type="subTitle"/>
          </p:nvPr>
        </p:nvSpPr>
        <p:spPr>
          <a:xfrm>
            <a:off x="3948800" y="2677301"/>
            <a:ext cx="4941000" cy="19299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61" name="Google Shape;461;p33"/>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 description">
  <p:cSld name="BLANK_1_1_1_1_1_1_1_1_1_1_1">
    <p:spTree>
      <p:nvGrpSpPr>
        <p:cNvPr id="462" name="Shape 462"/>
        <p:cNvGrpSpPr/>
        <p:nvPr/>
      </p:nvGrpSpPr>
      <p:grpSpPr>
        <a:xfrm>
          <a:off x="0" y="0"/>
          <a:ext cx="0" cy="0"/>
          <a:chOff x="0" y="0"/>
          <a:chExt cx="0" cy="0"/>
        </a:xfrm>
      </p:grpSpPr>
      <p:sp>
        <p:nvSpPr>
          <p:cNvPr id="463" name="Google Shape;463;p34"/>
          <p:cNvSpPr txBox="1"/>
          <p:nvPr>
            <p:ph idx="1" type="subTitle"/>
          </p:nvPr>
        </p:nvSpPr>
        <p:spPr>
          <a:xfrm>
            <a:off x="4782025" y="1731500"/>
            <a:ext cx="19269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64" name="Google Shape;464;p34"/>
          <p:cNvSpPr txBox="1"/>
          <p:nvPr>
            <p:ph type="title"/>
          </p:nvPr>
        </p:nvSpPr>
        <p:spPr>
          <a:xfrm>
            <a:off x="1392601" y="836575"/>
            <a:ext cx="3205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p:txBody>
      </p:sp>
      <p:sp>
        <p:nvSpPr>
          <p:cNvPr id="465" name="Google Shape;465;p34"/>
          <p:cNvSpPr/>
          <p:nvPr/>
        </p:nvSpPr>
        <p:spPr>
          <a:xfrm>
            <a:off x="1" y="1262825"/>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6" name="Google Shape;466;p34"/>
          <p:cNvSpPr/>
          <p:nvPr/>
        </p:nvSpPr>
        <p:spPr>
          <a:xfrm>
            <a:off x="1" y="2556277"/>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7" name="Google Shape;467;p34"/>
          <p:cNvSpPr/>
          <p:nvPr/>
        </p:nvSpPr>
        <p:spPr>
          <a:xfrm>
            <a:off x="1" y="3849830"/>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8" name="Google Shape;468;p34"/>
          <p:cNvSpPr/>
          <p:nvPr/>
        </p:nvSpPr>
        <p:spPr>
          <a:xfrm>
            <a:off x="0" y="0"/>
            <a:ext cx="1187700" cy="1262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9" name="Google Shape;469;p34"/>
          <p:cNvSpPr txBox="1"/>
          <p:nvPr>
            <p:ph idx="2" type="subTitle"/>
          </p:nvPr>
        </p:nvSpPr>
        <p:spPr>
          <a:xfrm>
            <a:off x="4944882" y="1875150"/>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70" name="Google Shape;470;p34"/>
          <p:cNvSpPr txBox="1"/>
          <p:nvPr>
            <p:ph idx="3" type="subTitle"/>
          </p:nvPr>
        </p:nvSpPr>
        <p:spPr>
          <a:xfrm>
            <a:off x="4782025" y="2682477"/>
            <a:ext cx="1926900" cy="3015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71" name="Google Shape;471;p34"/>
          <p:cNvSpPr txBox="1"/>
          <p:nvPr>
            <p:ph idx="4" type="subTitle"/>
          </p:nvPr>
        </p:nvSpPr>
        <p:spPr>
          <a:xfrm>
            <a:off x="4944882" y="2826125"/>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72" name="Google Shape;472;p34"/>
          <p:cNvSpPr txBox="1"/>
          <p:nvPr>
            <p:ph idx="5" type="subTitle"/>
          </p:nvPr>
        </p:nvSpPr>
        <p:spPr>
          <a:xfrm>
            <a:off x="4782025" y="3628000"/>
            <a:ext cx="19269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73" name="Google Shape;473;p34"/>
          <p:cNvSpPr txBox="1"/>
          <p:nvPr>
            <p:ph idx="6" type="subTitle"/>
          </p:nvPr>
        </p:nvSpPr>
        <p:spPr>
          <a:xfrm>
            <a:off x="4944882" y="3771650"/>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74" name="Google Shape;474;p34"/>
          <p:cNvSpPr txBox="1"/>
          <p:nvPr>
            <p:ph idx="7" type="subTitle"/>
          </p:nvPr>
        </p:nvSpPr>
        <p:spPr>
          <a:xfrm>
            <a:off x="7123375" y="1731500"/>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75" name="Google Shape;475;p34"/>
          <p:cNvSpPr txBox="1"/>
          <p:nvPr>
            <p:ph idx="8" type="subTitle"/>
          </p:nvPr>
        </p:nvSpPr>
        <p:spPr>
          <a:xfrm>
            <a:off x="7278029" y="1875150"/>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76" name="Google Shape;476;p34"/>
          <p:cNvSpPr txBox="1"/>
          <p:nvPr>
            <p:ph idx="9" type="subTitle"/>
          </p:nvPr>
        </p:nvSpPr>
        <p:spPr>
          <a:xfrm>
            <a:off x="7123375" y="2682477"/>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77" name="Google Shape;477;p34"/>
          <p:cNvSpPr txBox="1"/>
          <p:nvPr>
            <p:ph idx="13" type="subTitle"/>
          </p:nvPr>
        </p:nvSpPr>
        <p:spPr>
          <a:xfrm>
            <a:off x="7278029" y="2826127"/>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78" name="Google Shape;478;p34"/>
          <p:cNvSpPr txBox="1"/>
          <p:nvPr>
            <p:ph idx="14" type="subTitle"/>
          </p:nvPr>
        </p:nvSpPr>
        <p:spPr>
          <a:xfrm>
            <a:off x="7123375" y="3628000"/>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79" name="Google Shape;479;p34"/>
          <p:cNvSpPr txBox="1"/>
          <p:nvPr>
            <p:ph idx="15" type="subTitle"/>
          </p:nvPr>
        </p:nvSpPr>
        <p:spPr>
          <a:xfrm>
            <a:off x="7278029" y="3771650"/>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BLANK_1_1_1_1_1_1_1_1_1_1_1_2">
    <p:spTree>
      <p:nvGrpSpPr>
        <p:cNvPr id="480" name="Shape 480"/>
        <p:cNvGrpSpPr/>
        <p:nvPr/>
      </p:nvGrpSpPr>
      <p:grpSpPr>
        <a:xfrm>
          <a:off x="0" y="0"/>
          <a:ext cx="0" cy="0"/>
          <a:chOff x="0" y="0"/>
          <a:chExt cx="0" cy="0"/>
        </a:xfrm>
      </p:grpSpPr>
      <p:sp>
        <p:nvSpPr>
          <p:cNvPr id="481" name="Google Shape;481;p35"/>
          <p:cNvSpPr txBox="1"/>
          <p:nvPr>
            <p:ph idx="1" type="subTitle"/>
          </p:nvPr>
        </p:nvSpPr>
        <p:spPr>
          <a:xfrm>
            <a:off x="5711285" y="1731500"/>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82" name="Google Shape;482;p35"/>
          <p:cNvSpPr txBox="1"/>
          <p:nvPr>
            <p:ph type="title"/>
          </p:nvPr>
        </p:nvSpPr>
        <p:spPr>
          <a:xfrm>
            <a:off x="1392601" y="836575"/>
            <a:ext cx="3205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p:txBody>
      </p:sp>
      <p:sp>
        <p:nvSpPr>
          <p:cNvPr id="483" name="Google Shape;483;p35"/>
          <p:cNvSpPr/>
          <p:nvPr/>
        </p:nvSpPr>
        <p:spPr>
          <a:xfrm>
            <a:off x="1" y="1262825"/>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84" name="Google Shape;484;p35"/>
          <p:cNvSpPr/>
          <p:nvPr/>
        </p:nvSpPr>
        <p:spPr>
          <a:xfrm>
            <a:off x="1" y="2556277"/>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85" name="Google Shape;485;p35"/>
          <p:cNvSpPr/>
          <p:nvPr/>
        </p:nvSpPr>
        <p:spPr>
          <a:xfrm>
            <a:off x="1" y="3849830"/>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86" name="Google Shape;486;p35"/>
          <p:cNvSpPr/>
          <p:nvPr/>
        </p:nvSpPr>
        <p:spPr>
          <a:xfrm>
            <a:off x="0" y="0"/>
            <a:ext cx="1187700" cy="1262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87" name="Google Shape;487;p35"/>
          <p:cNvSpPr txBox="1"/>
          <p:nvPr>
            <p:ph idx="2" type="subTitle"/>
          </p:nvPr>
        </p:nvSpPr>
        <p:spPr>
          <a:xfrm>
            <a:off x="5711285" y="225047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88" name="Google Shape;488;p35"/>
          <p:cNvSpPr txBox="1"/>
          <p:nvPr>
            <p:ph idx="3" type="subTitle"/>
          </p:nvPr>
        </p:nvSpPr>
        <p:spPr>
          <a:xfrm>
            <a:off x="5711285" y="2769450"/>
            <a:ext cx="2846700" cy="301500"/>
          </a:xfrm>
          <a:prstGeom prst="rect">
            <a:avLst/>
          </a:prstGeom>
        </p:spPr>
        <p:txBody>
          <a:bodyPr anchorCtr="0" anchor="b" bIns="91425" lIns="91425" spcFirstLastPara="1" rIns="91425" wrap="square" tIns="91425">
            <a:noAutofit/>
          </a:bodyPr>
          <a:lstStyle>
            <a:lvl1pPr lvl="0">
              <a:spcBef>
                <a:spcPts val="0"/>
              </a:spcBef>
              <a:spcAft>
                <a:spcPts val="0"/>
              </a:spcAft>
              <a:buSzPts val="1400"/>
              <a:buFont typeface="Red Hat Display"/>
              <a:buNone/>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p:txBody>
      </p:sp>
      <p:sp>
        <p:nvSpPr>
          <p:cNvPr id="489" name="Google Shape;489;p35"/>
          <p:cNvSpPr txBox="1"/>
          <p:nvPr>
            <p:ph idx="4" type="subTitle"/>
          </p:nvPr>
        </p:nvSpPr>
        <p:spPr>
          <a:xfrm>
            <a:off x="5711285" y="328842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90" name="Google Shape;490;p35"/>
          <p:cNvSpPr txBox="1"/>
          <p:nvPr>
            <p:ph idx="5" type="subTitle"/>
          </p:nvPr>
        </p:nvSpPr>
        <p:spPr>
          <a:xfrm>
            <a:off x="5711285" y="3807400"/>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91" name="Google Shape;491;p35"/>
          <p:cNvSpPr txBox="1"/>
          <p:nvPr>
            <p:ph idx="6" type="subTitle"/>
          </p:nvPr>
        </p:nvSpPr>
        <p:spPr>
          <a:xfrm>
            <a:off x="5711285" y="432637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6">
    <p:spTree>
      <p:nvGrpSpPr>
        <p:cNvPr id="492" name="Shape 492"/>
        <p:cNvGrpSpPr/>
        <p:nvPr/>
      </p:nvGrpSpPr>
      <p:grpSpPr>
        <a:xfrm>
          <a:off x="0" y="0"/>
          <a:ext cx="0" cy="0"/>
          <a:chOff x="0" y="0"/>
          <a:chExt cx="0" cy="0"/>
        </a:xfrm>
      </p:grpSpPr>
      <p:sp>
        <p:nvSpPr>
          <p:cNvPr id="493" name="Google Shape;493;p36"/>
          <p:cNvSpPr/>
          <p:nvPr/>
        </p:nvSpPr>
        <p:spPr>
          <a:xfrm rot="5400000">
            <a:off x="446600" y="-454900"/>
            <a:ext cx="2712900" cy="3605700"/>
          </a:xfrm>
          <a:prstGeom prst="snip1Rect">
            <a:avLst>
              <a:gd fmla="val 39812"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94" name="Google Shape;494;p36"/>
          <p:cNvSpPr txBox="1"/>
          <p:nvPr>
            <p:ph type="title"/>
          </p:nvPr>
        </p:nvSpPr>
        <p:spPr>
          <a:xfrm>
            <a:off x="228600" y="525200"/>
            <a:ext cx="31545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495" name="Google Shape;495;p36"/>
          <p:cNvSpPr txBox="1"/>
          <p:nvPr>
            <p:ph idx="1" type="subTitle"/>
          </p:nvPr>
        </p:nvSpPr>
        <p:spPr>
          <a:xfrm>
            <a:off x="228600" y="1185575"/>
            <a:ext cx="2806800" cy="954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96" name="Google Shape;496;p36"/>
          <p:cNvSpPr txBox="1"/>
          <p:nvPr>
            <p:ph idx="2" type="subTitle"/>
          </p:nvPr>
        </p:nvSpPr>
        <p:spPr>
          <a:xfrm>
            <a:off x="4784300" y="1597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97" name="Google Shape;497;p36"/>
          <p:cNvSpPr txBox="1"/>
          <p:nvPr>
            <p:ph idx="3" type="subTitle"/>
          </p:nvPr>
        </p:nvSpPr>
        <p:spPr>
          <a:xfrm>
            <a:off x="6129000" y="1600050"/>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98" name="Google Shape;498;p36"/>
          <p:cNvSpPr txBox="1"/>
          <p:nvPr>
            <p:ph idx="4" type="subTitle"/>
          </p:nvPr>
        </p:nvSpPr>
        <p:spPr>
          <a:xfrm>
            <a:off x="6129000" y="2669675"/>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499" name="Google Shape;499;p36"/>
          <p:cNvSpPr txBox="1"/>
          <p:nvPr>
            <p:ph idx="5" type="subTitle"/>
          </p:nvPr>
        </p:nvSpPr>
        <p:spPr>
          <a:xfrm>
            <a:off x="6129000" y="3739250"/>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500" name="Google Shape;500;p36"/>
          <p:cNvSpPr txBox="1"/>
          <p:nvPr>
            <p:ph idx="6" type="subTitle"/>
          </p:nvPr>
        </p:nvSpPr>
        <p:spPr>
          <a:xfrm>
            <a:off x="4784300" y="2668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501" name="Google Shape;501;p36"/>
          <p:cNvSpPr txBox="1"/>
          <p:nvPr>
            <p:ph idx="7" type="subTitle"/>
          </p:nvPr>
        </p:nvSpPr>
        <p:spPr>
          <a:xfrm>
            <a:off x="4784300" y="3739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02" name="Shape 502"/>
        <p:cNvGrpSpPr/>
        <p:nvPr/>
      </p:nvGrpSpPr>
      <p:grpSpPr>
        <a:xfrm>
          <a:off x="0" y="0"/>
          <a:ext cx="0" cy="0"/>
          <a:chOff x="0" y="0"/>
          <a:chExt cx="0" cy="0"/>
        </a:xfrm>
      </p:grpSpPr>
      <p:sp>
        <p:nvSpPr>
          <p:cNvPr id="503" name="Google Shape;503;p3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504" name="Shape 504"/>
        <p:cNvGrpSpPr/>
        <p:nvPr/>
      </p:nvGrpSpPr>
      <p:grpSpPr>
        <a:xfrm>
          <a:off x="0" y="0"/>
          <a:ext cx="0" cy="0"/>
          <a:chOff x="0" y="0"/>
          <a:chExt cx="0" cy="0"/>
        </a:xfrm>
      </p:grpSpPr>
      <p:sp>
        <p:nvSpPr>
          <p:cNvPr id="505" name="Google Shape;505;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06" name="Google Shape;506;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507" name="Shape 507"/>
        <p:cNvGrpSpPr/>
        <p:nvPr/>
      </p:nvGrpSpPr>
      <p:grpSpPr>
        <a:xfrm>
          <a:off x="0" y="0"/>
          <a:ext cx="0" cy="0"/>
          <a:chOff x="0" y="0"/>
          <a:chExt cx="0" cy="0"/>
        </a:xfrm>
      </p:grpSpPr>
      <p:sp>
        <p:nvSpPr>
          <p:cNvPr id="508" name="Google Shape;508;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09" name="Google Shape;509;p3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10" name="Google Shape;510;p39"/>
          <p:cNvSpPr txBox="1"/>
          <p:nvPr>
            <p:ph idx="2" type="body"/>
          </p:nvPr>
        </p:nvSpPr>
        <p:spPr>
          <a:xfrm>
            <a:off x="4832400" y="1152475"/>
            <a:ext cx="3999900" cy="3416400"/>
          </a:xfrm>
          <a:prstGeom prst="rect">
            <a:avLst/>
          </a:prstGeom>
        </p:spPr>
        <p:txBody>
          <a:bodyPr anchorCtr="0" anchor="t" bIns="91425" lIns="0" spcFirstLastPara="1" rIns="91425" wrap="square" tIns="0">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511" name="Shape 511"/>
        <p:cNvGrpSpPr/>
        <p:nvPr/>
      </p:nvGrpSpPr>
      <p:grpSpPr>
        <a:xfrm>
          <a:off x="0" y="0"/>
          <a:ext cx="0" cy="0"/>
          <a:chOff x="0" y="0"/>
          <a:chExt cx="0" cy="0"/>
        </a:xfrm>
      </p:grpSpPr>
      <p:sp>
        <p:nvSpPr>
          <p:cNvPr id="512" name="Google Shape;512;p4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13" name="Google Shape;513;p4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514" name="Shape 514"/>
        <p:cNvGrpSpPr/>
        <p:nvPr/>
      </p:nvGrpSpPr>
      <p:grpSpPr>
        <a:xfrm>
          <a:off x="0" y="0"/>
          <a:ext cx="0" cy="0"/>
          <a:chOff x="0" y="0"/>
          <a:chExt cx="0" cy="0"/>
        </a:xfrm>
      </p:grpSpPr>
      <p:sp>
        <p:nvSpPr>
          <p:cNvPr id="515" name="Google Shape;515;p41"/>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516" name="Shape 516"/>
        <p:cNvGrpSpPr/>
        <p:nvPr/>
      </p:nvGrpSpPr>
      <p:grpSpPr>
        <a:xfrm>
          <a:off x="0" y="0"/>
          <a:ext cx="0" cy="0"/>
          <a:chOff x="0" y="0"/>
          <a:chExt cx="0" cy="0"/>
        </a:xfrm>
      </p:grpSpPr>
      <p:sp>
        <p:nvSpPr>
          <p:cNvPr id="517" name="Google Shape;517;p42"/>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18" name="Google Shape;518;p42"/>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519" name="Google Shape;519;p42"/>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520" name="Shape 520"/>
        <p:cNvGrpSpPr/>
        <p:nvPr/>
      </p:nvGrpSpPr>
      <p:grpSpPr>
        <a:xfrm>
          <a:off x="0" y="0"/>
          <a:ext cx="0" cy="0"/>
          <a:chOff x="0" y="0"/>
          <a:chExt cx="0" cy="0"/>
        </a:xfrm>
      </p:grpSpPr>
      <p:sp>
        <p:nvSpPr>
          <p:cNvPr id="521" name="Google Shape;521;p43"/>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900"/>
              <a:buNone/>
              <a:defRPr/>
            </a:lvl1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522" name="Shape 522"/>
        <p:cNvGrpSpPr/>
        <p:nvPr/>
      </p:nvGrpSpPr>
      <p:grpSpPr>
        <a:xfrm>
          <a:off x="0" y="0"/>
          <a:ext cx="0" cy="0"/>
          <a:chOff x="0" y="0"/>
          <a:chExt cx="0" cy="0"/>
        </a:xfrm>
      </p:grpSpPr>
      <p:sp>
        <p:nvSpPr>
          <p:cNvPr id="523" name="Google Shape;523;p4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24" name="Google Shape;524;p44"/>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Char char="●"/>
              <a:defRPr/>
            </a:lvl1pPr>
            <a:lvl2pPr indent="-285750" lvl="1" marL="914400" algn="ctr">
              <a:spcBef>
                <a:spcPts val="0"/>
              </a:spcBef>
              <a:spcAft>
                <a:spcPts val="0"/>
              </a:spcAft>
              <a:buSzPts val="900"/>
              <a:buChar char="○"/>
              <a:defRPr/>
            </a:lvl2pPr>
            <a:lvl3pPr indent="-285750" lvl="2" marL="1371600" algn="ctr">
              <a:spcBef>
                <a:spcPts val="0"/>
              </a:spcBef>
              <a:spcAft>
                <a:spcPts val="0"/>
              </a:spcAft>
              <a:buSzPts val="900"/>
              <a:buChar char="■"/>
              <a:defRPr/>
            </a:lvl3pPr>
            <a:lvl4pPr indent="-285750" lvl="3" marL="1828800" algn="ctr">
              <a:spcBef>
                <a:spcPts val="0"/>
              </a:spcBef>
              <a:spcAft>
                <a:spcPts val="0"/>
              </a:spcAft>
              <a:buSzPts val="900"/>
              <a:buChar char="●"/>
              <a:defRPr/>
            </a:lvl4pPr>
            <a:lvl5pPr indent="-285750" lvl="4" marL="2286000" algn="ctr">
              <a:spcBef>
                <a:spcPts val="0"/>
              </a:spcBef>
              <a:spcAft>
                <a:spcPts val="0"/>
              </a:spcAft>
              <a:buSzPts val="900"/>
              <a:buChar char="○"/>
              <a:defRPr/>
            </a:lvl5pPr>
            <a:lvl6pPr indent="-285750" lvl="5" marL="2743200" algn="ctr">
              <a:spcBef>
                <a:spcPts val="0"/>
              </a:spcBef>
              <a:spcAft>
                <a:spcPts val="0"/>
              </a:spcAft>
              <a:buSzPts val="900"/>
              <a:buChar char="■"/>
              <a:defRPr/>
            </a:lvl6pPr>
            <a:lvl7pPr indent="-285750" lvl="6" marL="3200400" algn="ctr">
              <a:spcBef>
                <a:spcPts val="0"/>
              </a:spcBef>
              <a:spcAft>
                <a:spcPts val="0"/>
              </a:spcAft>
              <a:buSzPts val="900"/>
              <a:buChar char="●"/>
              <a:defRPr/>
            </a:lvl7pPr>
            <a:lvl8pPr indent="-285750" lvl="7" marL="3657600" algn="ctr">
              <a:spcBef>
                <a:spcPts val="0"/>
              </a:spcBef>
              <a:spcAft>
                <a:spcPts val="0"/>
              </a:spcAft>
              <a:buSzPts val="900"/>
              <a:buChar char="○"/>
              <a:defRPr/>
            </a:lvl8pPr>
            <a:lvl9pPr indent="-285750" lvl="8" marL="4114800" algn="ctr">
              <a:spcBef>
                <a:spcPts val="0"/>
              </a:spcBef>
              <a:spcAft>
                <a:spcPts val="0"/>
              </a:spcAft>
              <a:buSzPts val="9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25" name="Shape 525"/>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526" name="Shape 526"/>
        <p:cNvGrpSpPr/>
        <p:nvPr/>
      </p:nvGrpSpPr>
      <p:grpSpPr>
        <a:xfrm>
          <a:off x="0" y="0"/>
          <a:ext cx="0" cy="0"/>
          <a:chOff x="0" y="0"/>
          <a:chExt cx="0" cy="0"/>
        </a:xfrm>
      </p:grpSpPr>
      <p:sp>
        <p:nvSpPr>
          <p:cNvPr id="527" name="Google Shape;527;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28" name="Google Shape;528;p46"/>
          <p:cNvSpPr txBox="1"/>
          <p:nvPr>
            <p:ph idx="1" type="body"/>
          </p:nvPr>
        </p:nvSpPr>
        <p:spPr>
          <a:xfrm>
            <a:off x="311700" y="1152475"/>
            <a:ext cx="4473900" cy="34164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29" name="Google Shape;529;p4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530" name="Shape 530"/>
        <p:cNvGrpSpPr/>
        <p:nvPr/>
      </p:nvGrpSpPr>
      <p:grpSpPr>
        <a:xfrm>
          <a:off x="0" y="0"/>
          <a:ext cx="0" cy="0"/>
          <a:chOff x="0" y="0"/>
          <a:chExt cx="0" cy="0"/>
        </a:xfrm>
      </p:grpSpPr>
      <p:sp>
        <p:nvSpPr>
          <p:cNvPr id="531" name="Google Shape;531;p4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32" name="Google Shape;532;p47"/>
          <p:cNvSpPr txBox="1"/>
          <p:nvPr>
            <p:ph idx="1" type="body"/>
          </p:nvPr>
        </p:nvSpPr>
        <p:spPr>
          <a:xfrm>
            <a:off x="483150" y="2237788"/>
            <a:ext cx="3619800" cy="23736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33" name="Google Shape;533;p4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34" name="Google Shape;534;p4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5" name="Google Shape;535;p4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536" name="Shape 536"/>
        <p:cNvGrpSpPr/>
        <p:nvPr/>
      </p:nvGrpSpPr>
      <p:grpSpPr>
        <a:xfrm>
          <a:off x="0" y="0"/>
          <a:ext cx="0" cy="0"/>
          <a:chOff x="0" y="0"/>
          <a:chExt cx="0" cy="0"/>
        </a:xfrm>
      </p:grpSpPr>
      <p:sp>
        <p:nvSpPr>
          <p:cNvPr id="537" name="Google Shape;537;p48"/>
          <p:cNvSpPr txBox="1"/>
          <p:nvPr>
            <p:ph idx="1" type="body"/>
          </p:nvPr>
        </p:nvSpPr>
        <p:spPr>
          <a:xfrm>
            <a:off x="483175" y="2417500"/>
            <a:ext cx="2455500" cy="23736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38" name="Google Shape;538;p4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39" name="Google Shape;539;p4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0" name="Google Shape;540;p4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1" name="Google Shape;541;p4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2" name="Google Shape;542;p4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3" name="Google Shape;543;p4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544" name="Shape 544"/>
        <p:cNvGrpSpPr/>
        <p:nvPr/>
      </p:nvGrpSpPr>
      <p:grpSpPr>
        <a:xfrm>
          <a:off x="0" y="0"/>
          <a:ext cx="0" cy="0"/>
          <a:chOff x="0" y="0"/>
          <a:chExt cx="0" cy="0"/>
        </a:xfrm>
      </p:grpSpPr>
      <p:sp>
        <p:nvSpPr>
          <p:cNvPr id="545" name="Google Shape;545;p49"/>
          <p:cNvSpPr txBox="1"/>
          <p:nvPr>
            <p:ph idx="1" type="body"/>
          </p:nvPr>
        </p:nvSpPr>
        <p:spPr>
          <a:xfrm>
            <a:off x="366725" y="1759093"/>
            <a:ext cx="3838500" cy="1138500"/>
          </a:xfrm>
          <a:prstGeom prst="rect">
            <a:avLst/>
          </a:prstGeom>
        </p:spPr>
        <p:txBody>
          <a:bodyPr anchorCtr="0" anchor="t" bIns="91425" lIns="0" spcFirstLastPara="1" rIns="91425" wrap="square" tIns="0">
            <a:spAutoFit/>
          </a:bodyPr>
          <a:lstStyle>
            <a:lvl1pPr indent="-317500" lvl="0" marL="457200">
              <a:spcBef>
                <a:spcPts val="0"/>
              </a:spcBef>
              <a:spcAft>
                <a:spcPts val="0"/>
              </a:spcAft>
              <a:buSzPts val="1400"/>
              <a:buChar char="●"/>
              <a:defRPr sz="1400"/>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46" name="Google Shape;546;p4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47" name="Google Shape;547;p4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48" name="Google Shape;548;p4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49" name="Google Shape;549;p4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50" name="Google Shape;550;p4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1" name="Google Shape;551;p4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2" name="Google Shape;552;p4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3" name="Google Shape;553;p4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554" name="Shape 554"/>
        <p:cNvGrpSpPr/>
        <p:nvPr/>
      </p:nvGrpSpPr>
      <p:grpSpPr>
        <a:xfrm>
          <a:off x="0" y="0"/>
          <a:ext cx="0" cy="0"/>
          <a:chOff x="0" y="0"/>
          <a:chExt cx="0" cy="0"/>
        </a:xfrm>
      </p:grpSpPr>
      <p:sp>
        <p:nvSpPr>
          <p:cNvPr id="555" name="Google Shape;555;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56" name="Google Shape;556;p5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557" name="Shape 557"/>
        <p:cNvGrpSpPr/>
        <p:nvPr/>
      </p:nvGrpSpPr>
      <p:grpSpPr>
        <a:xfrm>
          <a:off x="0" y="0"/>
          <a:ext cx="0" cy="0"/>
          <a:chOff x="0" y="0"/>
          <a:chExt cx="0" cy="0"/>
        </a:xfrm>
      </p:grpSpPr>
      <p:sp>
        <p:nvSpPr>
          <p:cNvPr id="558" name="Google Shape;558;p51"/>
          <p:cNvSpPr txBox="1"/>
          <p:nvPr>
            <p:ph idx="1" type="body"/>
          </p:nvPr>
        </p:nvSpPr>
        <p:spPr>
          <a:xfrm>
            <a:off x="311700" y="4080225"/>
            <a:ext cx="4027500" cy="926100"/>
          </a:xfrm>
          <a:prstGeom prst="rect">
            <a:avLst/>
          </a:prstGeom>
        </p:spPr>
        <p:txBody>
          <a:bodyPr anchorCtr="0" anchor="t" bIns="91425" lIns="0" spcFirstLastPara="1" rIns="91425" wrap="square" tIns="0">
            <a:sp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559" name="Google Shape;559;p51"/>
          <p:cNvSpPr/>
          <p:nvPr>
            <p:ph idx="2" type="pic"/>
          </p:nvPr>
        </p:nvSpPr>
        <p:spPr>
          <a:xfrm>
            <a:off x="4804825" y="1133300"/>
            <a:ext cx="4027500" cy="2392800"/>
          </a:xfrm>
          <a:prstGeom prst="rect">
            <a:avLst/>
          </a:prstGeom>
          <a:noFill/>
          <a:ln>
            <a:noFill/>
          </a:ln>
        </p:spPr>
      </p:sp>
      <p:sp>
        <p:nvSpPr>
          <p:cNvPr id="560" name="Google Shape;560;p51"/>
          <p:cNvSpPr/>
          <p:nvPr>
            <p:ph idx="3" type="pic"/>
          </p:nvPr>
        </p:nvSpPr>
        <p:spPr>
          <a:xfrm>
            <a:off x="311725" y="1133300"/>
            <a:ext cx="4027500" cy="2392800"/>
          </a:xfrm>
          <a:prstGeom prst="rect">
            <a:avLst/>
          </a:prstGeom>
          <a:noFill/>
          <a:ln>
            <a:noFill/>
          </a:ln>
        </p:spPr>
      </p:sp>
      <p:sp>
        <p:nvSpPr>
          <p:cNvPr id="561" name="Google Shape;561;p5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62" name="Google Shape;562;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63" name="Google Shape;563;p5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64" name="Google Shape;564;p5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565" name="Shape 565"/>
        <p:cNvGrpSpPr/>
        <p:nvPr/>
      </p:nvGrpSpPr>
      <p:grpSpPr>
        <a:xfrm>
          <a:off x="0" y="0"/>
          <a:ext cx="0" cy="0"/>
          <a:chOff x="0" y="0"/>
          <a:chExt cx="0" cy="0"/>
        </a:xfrm>
      </p:grpSpPr>
      <p:sp>
        <p:nvSpPr>
          <p:cNvPr id="566" name="Google Shape;566;p52"/>
          <p:cNvSpPr txBox="1"/>
          <p:nvPr>
            <p:ph idx="1" type="body"/>
          </p:nvPr>
        </p:nvSpPr>
        <p:spPr>
          <a:xfrm>
            <a:off x="311700" y="3911700"/>
            <a:ext cx="2627100" cy="1018500"/>
          </a:xfrm>
          <a:prstGeom prst="rect">
            <a:avLst/>
          </a:prstGeom>
        </p:spPr>
        <p:txBody>
          <a:bodyPr anchorCtr="0" anchor="t" bIns="91425" lIns="0" spcFirstLastPara="1" rIns="91425" wrap="square" tIns="0">
            <a:sp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567" name="Google Shape;567;p52"/>
          <p:cNvSpPr/>
          <p:nvPr>
            <p:ph idx="2" type="pic"/>
          </p:nvPr>
        </p:nvSpPr>
        <p:spPr>
          <a:xfrm>
            <a:off x="6205225" y="1128325"/>
            <a:ext cx="2627100" cy="2273100"/>
          </a:xfrm>
          <a:prstGeom prst="rect">
            <a:avLst/>
          </a:prstGeom>
          <a:noFill/>
          <a:ln>
            <a:noFill/>
          </a:ln>
        </p:spPr>
      </p:sp>
      <p:sp>
        <p:nvSpPr>
          <p:cNvPr id="568" name="Google Shape;568;p52"/>
          <p:cNvSpPr/>
          <p:nvPr>
            <p:ph idx="3" type="pic"/>
          </p:nvPr>
        </p:nvSpPr>
        <p:spPr>
          <a:xfrm>
            <a:off x="311725" y="1128325"/>
            <a:ext cx="2627100" cy="2273100"/>
          </a:xfrm>
          <a:prstGeom prst="rect">
            <a:avLst/>
          </a:prstGeom>
          <a:noFill/>
          <a:ln>
            <a:noFill/>
          </a:ln>
        </p:spPr>
      </p:sp>
      <p:sp>
        <p:nvSpPr>
          <p:cNvPr id="569" name="Google Shape;569;p5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70" name="Google Shape;570;p52"/>
          <p:cNvSpPr/>
          <p:nvPr>
            <p:ph idx="5" type="pic"/>
          </p:nvPr>
        </p:nvSpPr>
        <p:spPr>
          <a:xfrm>
            <a:off x="3255250" y="1128325"/>
            <a:ext cx="2627100" cy="2273100"/>
          </a:xfrm>
          <a:prstGeom prst="rect">
            <a:avLst/>
          </a:prstGeom>
          <a:noFill/>
          <a:ln>
            <a:noFill/>
          </a:ln>
        </p:spPr>
      </p:sp>
      <p:sp>
        <p:nvSpPr>
          <p:cNvPr id="571" name="Google Shape;571;p5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72" name="Google Shape;572;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73" name="Google Shape;573;p5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74" name="Google Shape;574;p5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75" name="Google Shape;575;p5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576" name="Shape 576"/>
        <p:cNvGrpSpPr/>
        <p:nvPr/>
      </p:nvGrpSpPr>
      <p:grpSpPr>
        <a:xfrm>
          <a:off x="0" y="0"/>
          <a:ext cx="0" cy="0"/>
          <a:chOff x="0" y="0"/>
          <a:chExt cx="0" cy="0"/>
        </a:xfrm>
      </p:grpSpPr>
      <p:sp>
        <p:nvSpPr>
          <p:cNvPr id="577" name="Google Shape;577;p5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578" name="Shape 578"/>
        <p:cNvGrpSpPr/>
        <p:nvPr/>
      </p:nvGrpSpPr>
      <p:grpSpPr>
        <a:xfrm>
          <a:off x="0" y="0"/>
          <a:ext cx="0" cy="0"/>
          <a:chOff x="0" y="0"/>
          <a:chExt cx="0" cy="0"/>
        </a:xfrm>
      </p:grpSpPr>
      <p:sp>
        <p:nvSpPr>
          <p:cNvPr id="579" name="Google Shape;579;p54"/>
          <p:cNvSpPr/>
          <p:nvPr>
            <p:ph idx="2" type="pic"/>
          </p:nvPr>
        </p:nvSpPr>
        <p:spPr>
          <a:xfrm>
            <a:off x="3389600" y="118913"/>
            <a:ext cx="1643700" cy="1535100"/>
          </a:xfrm>
          <a:prstGeom prst="rect">
            <a:avLst/>
          </a:prstGeom>
          <a:noFill/>
          <a:ln>
            <a:noFill/>
          </a:ln>
        </p:spPr>
      </p:sp>
      <p:sp>
        <p:nvSpPr>
          <p:cNvPr id="580" name="Google Shape;580;p54"/>
          <p:cNvSpPr/>
          <p:nvPr>
            <p:ph idx="3" type="pic"/>
          </p:nvPr>
        </p:nvSpPr>
        <p:spPr>
          <a:xfrm>
            <a:off x="5195935" y="118913"/>
            <a:ext cx="1643700" cy="1535100"/>
          </a:xfrm>
          <a:prstGeom prst="rect">
            <a:avLst/>
          </a:prstGeom>
          <a:noFill/>
          <a:ln>
            <a:noFill/>
          </a:ln>
        </p:spPr>
      </p:sp>
      <p:sp>
        <p:nvSpPr>
          <p:cNvPr id="581" name="Google Shape;581;p54"/>
          <p:cNvSpPr/>
          <p:nvPr>
            <p:ph idx="4" type="pic"/>
          </p:nvPr>
        </p:nvSpPr>
        <p:spPr>
          <a:xfrm>
            <a:off x="7002270" y="118913"/>
            <a:ext cx="1643700" cy="1535100"/>
          </a:xfrm>
          <a:prstGeom prst="rect">
            <a:avLst/>
          </a:prstGeom>
          <a:noFill/>
          <a:ln>
            <a:noFill/>
          </a:ln>
        </p:spPr>
      </p:sp>
      <p:sp>
        <p:nvSpPr>
          <p:cNvPr id="582" name="Google Shape;582;p54"/>
          <p:cNvSpPr/>
          <p:nvPr>
            <p:ph idx="5" type="pic"/>
          </p:nvPr>
        </p:nvSpPr>
        <p:spPr>
          <a:xfrm>
            <a:off x="3389588" y="1804212"/>
            <a:ext cx="1643700" cy="1535100"/>
          </a:xfrm>
          <a:prstGeom prst="rect">
            <a:avLst/>
          </a:prstGeom>
          <a:noFill/>
          <a:ln>
            <a:noFill/>
          </a:ln>
        </p:spPr>
      </p:sp>
      <p:sp>
        <p:nvSpPr>
          <p:cNvPr id="583" name="Google Shape;583;p54"/>
          <p:cNvSpPr/>
          <p:nvPr>
            <p:ph idx="6" type="pic"/>
          </p:nvPr>
        </p:nvSpPr>
        <p:spPr>
          <a:xfrm>
            <a:off x="5195922" y="1804212"/>
            <a:ext cx="1643700" cy="1535100"/>
          </a:xfrm>
          <a:prstGeom prst="rect">
            <a:avLst/>
          </a:prstGeom>
          <a:noFill/>
          <a:ln>
            <a:noFill/>
          </a:ln>
        </p:spPr>
      </p:sp>
      <p:sp>
        <p:nvSpPr>
          <p:cNvPr id="584" name="Google Shape;584;p54"/>
          <p:cNvSpPr/>
          <p:nvPr>
            <p:ph idx="7" type="pic"/>
          </p:nvPr>
        </p:nvSpPr>
        <p:spPr>
          <a:xfrm>
            <a:off x="7002257" y="1804212"/>
            <a:ext cx="1643700" cy="1535100"/>
          </a:xfrm>
          <a:prstGeom prst="rect">
            <a:avLst/>
          </a:prstGeom>
          <a:noFill/>
          <a:ln>
            <a:noFill/>
          </a:ln>
        </p:spPr>
      </p:sp>
      <p:sp>
        <p:nvSpPr>
          <p:cNvPr id="585" name="Google Shape;585;p5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86" name="Google Shape;586;p54"/>
          <p:cNvSpPr/>
          <p:nvPr>
            <p:ph idx="8" type="pic"/>
          </p:nvPr>
        </p:nvSpPr>
        <p:spPr>
          <a:xfrm>
            <a:off x="3389588" y="3489487"/>
            <a:ext cx="1643700" cy="1535100"/>
          </a:xfrm>
          <a:prstGeom prst="rect">
            <a:avLst/>
          </a:prstGeom>
          <a:noFill/>
          <a:ln>
            <a:noFill/>
          </a:ln>
        </p:spPr>
      </p:sp>
      <p:sp>
        <p:nvSpPr>
          <p:cNvPr id="587" name="Google Shape;587;p54"/>
          <p:cNvSpPr/>
          <p:nvPr>
            <p:ph idx="9" type="pic"/>
          </p:nvPr>
        </p:nvSpPr>
        <p:spPr>
          <a:xfrm>
            <a:off x="5195922" y="3489487"/>
            <a:ext cx="1643700" cy="1535100"/>
          </a:xfrm>
          <a:prstGeom prst="rect">
            <a:avLst/>
          </a:prstGeom>
          <a:noFill/>
          <a:ln>
            <a:noFill/>
          </a:ln>
        </p:spPr>
      </p:sp>
      <p:sp>
        <p:nvSpPr>
          <p:cNvPr id="588" name="Google Shape;588;p5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theme" Target="../theme/theme1.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895400"/>
            <a:ext cx="5760600" cy="3016800"/>
          </a:xfrm>
          <a:prstGeom prst="rect">
            <a:avLst/>
          </a:prstGeom>
          <a:noFill/>
          <a:ln>
            <a:noFill/>
          </a:ln>
        </p:spPr>
        <p:txBody>
          <a:bodyPr anchorCtr="0" anchor="t" bIns="91425" lIns="0" spcFirstLastPara="1" rIns="91425" wrap="square" tIns="0">
            <a:spAutoFit/>
          </a:bodyPr>
          <a:lstStyle>
            <a:lvl1pPr indent="-292100" lvl="0" marL="457200">
              <a:lnSpc>
                <a:spcPct val="115000"/>
              </a:lnSpc>
              <a:spcBef>
                <a:spcPts val="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1pPr>
            <a:lvl2pPr indent="-292100" lvl="1" marL="9144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2pPr>
            <a:lvl3pPr indent="-292100" lvl="2" marL="13716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3pPr>
            <a:lvl4pPr indent="-292100" lvl="3" marL="18288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4pPr>
            <a:lvl5pPr indent="-292100" lvl="4" marL="22860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5pPr>
            <a:lvl6pPr indent="-292100" lvl="5" marL="27432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6pPr>
            <a:lvl7pPr indent="-292100" lvl="6" marL="32004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7pPr>
            <a:lvl8pPr indent="-292100" lvl="7" marL="36576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8pPr>
            <a:lvl9pPr indent="-292100" lvl="8" marL="4114800">
              <a:lnSpc>
                <a:spcPct val="115000"/>
              </a:lnSpc>
              <a:spcBef>
                <a:spcPts val="800"/>
              </a:spcBef>
              <a:spcAft>
                <a:spcPts val="80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9pPr>
          </a:lstStyle>
          <a:p/>
        </p:txBody>
      </p:sp>
      <p:sp>
        <p:nvSpPr>
          <p:cNvPr id="52" name="Google Shape;52;p13"/>
          <p:cNvSpPr txBox="1"/>
          <p:nvPr>
            <p:ph type="title"/>
          </p:nvPr>
        </p:nvSpPr>
        <p:spPr>
          <a:xfrm>
            <a:off x="188850" y="312400"/>
            <a:ext cx="4469700" cy="449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1pPr>
            <a:lvl2pPr lvl="1">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2pPr>
            <a:lvl3pPr lvl="2">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3pPr>
            <a:lvl4pPr lvl="3">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4pPr>
            <a:lvl5pPr lvl="4">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5pPr>
            <a:lvl6pPr lvl="5">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6pPr>
            <a:lvl7pPr lvl="6">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7pPr>
            <a:lvl8pPr lvl="7">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8pPr>
            <a:lvl9pPr lvl="8">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9pPr>
          </a:lstStyle>
          <a:p/>
        </p:txBody>
      </p:sp>
      <p:sp>
        <p:nvSpPr>
          <p:cNvPr id="53" name="Google Shape;53;p13"/>
          <p:cNvSpPr txBox="1"/>
          <p:nvPr>
            <p:ph idx="2" type="body"/>
          </p:nvPr>
        </p:nvSpPr>
        <p:spPr>
          <a:xfrm>
            <a:off x="4523800" y="1983025"/>
            <a:ext cx="4043400" cy="2478900"/>
          </a:xfrm>
          <a:prstGeom prst="rect">
            <a:avLst/>
          </a:prstGeom>
          <a:noFill/>
          <a:ln>
            <a:noFill/>
          </a:ln>
        </p:spPr>
        <p:txBody>
          <a:bodyPr anchorCtr="0" anchor="t" bIns="91425" lIns="91425" spcFirstLastPara="1" rIns="91425" wrap="square" tIns="91425">
            <a:noAutofit/>
          </a:bodyPr>
          <a:lstStyle>
            <a:lvl1pPr indent="-285750" lvl="0" marL="4572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1pPr>
            <a:lvl2pPr indent="-285750" lvl="1" marL="9144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2pPr>
            <a:lvl3pPr indent="-285750" lvl="2" marL="13716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3pPr>
            <a:lvl4pPr indent="-285750" lvl="3" marL="18288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4pPr>
            <a:lvl5pPr indent="-285750" lvl="4" marL="22860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5pPr>
            <a:lvl6pPr indent="-285750" lvl="5" marL="27432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6pPr>
            <a:lvl7pPr indent="-285750" lvl="6" marL="32004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7pPr>
            <a:lvl8pPr indent="-285750" lvl="7" marL="36576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8pPr>
            <a:lvl9pPr indent="-285750" lvl="8" marL="41148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55"/>
          <p:cNvSpPr txBox="1"/>
          <p:nvPr>
            <p:ph type="title"/>
          </p:nvPr>
        </p:nvSpPr>
        <p:spPr>
          <a:xfrm>
            <a:off x="259050" y="2218500"/>
            <a:ext cx="6300300" cy="20508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sz="2000">
                <a:solidFill>
                  <a:schemeClr val="dk2"/>
                </a:solidFill>
              </a:rPr>
              <a:t>JSCOPE Presents…</a:t>
            </a:r>
            <a:endParaRPr b="1"/>
          </a:p>
          <a:p>
            <a:pPr indent="0" lvl="0" marL="0" rtl="0" algn="l">
              <a:spcBef>
                <a:spcPts val="0"/>
              </a:spcBef>
              <a:spcAft>
                <a:spcPts val="0"/>
              </a:spcAft>
              <a:buNone/>
            </a:pPr>
            <a:r>
              <a:rPr b="1" lang="en"/>
              <a:t>Fund Good Deeds</a:t>
            </a:r>
            <a:endParaRPr b="1"/>
          </a:p>
          <a:p>
            <a:pPr indent="0" lvl="0" marL="0" rtl="0" algn="l">
              <a:spcBef>
                <a:spcPts val="0"/>
              </a:spcBef>
              <a:spcAft>
                <a:spcPts val="0"/>
              </a:spcAft>
              <a:buNone/>
            </a:pPr>
            <a:r>
              <a:t/>
            </a:r>
            <a:endParaRPr sz="2000">
              <a:solidFill>
                <a:schemeClr val="dk2"/>
              </a:solidFill>
            </a:endParaRPr>
          </a:p>
        </p:txBody>
      </p:sp>
      <p:sp>
        <p:nvSpPr>
          <p:cNvPr id="594" name="Google Shape;594;p55"/>
          <p:cNvSpPr txBox="1"/>
          <p:nvPr/>
        </p:nvSpPr>
        <p:spPr>
          <a:xfrm>
            <a:off x="259050" y="4093050"/>
            <a:ext cx="7137600" cy="5394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a:solidFill>
                  <a:srgbClr val="999999"/>
                </a:solidFill>
                <a:latin typeface="Red Hat Display"/>
                <a:ea typeface="Red Hat Display"/>
                <a:cs typeface="Red Hat Display"/>
                <a:sym typeface="Red Hat Display"/>
              </a:rPr>
              <a:t>JSCOPE Team:  Connor Bashaw, Oliver Gomes, Jonathan Ho, Patrick Lebeau</a:t>
            </a:r>
            <a:endParaRPr>
              <a:solidFill>
                <a:srgbClr val="999999"/>
              </a:solidFill>
              <a:latin typeface="Red Hat Display"/>
              <a:ea typeface="Red Hat Display"/>
              <a:cs typeface="Red Hat Display"/>
              <a:sym typeface="Red Hat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56"/>
          <p:cNvSpPr txBox="1"/>
          <p:nvPr>
            <p:ph idx="1" type="subTitle"/>
          </p:nvPr>
        </p:nvSpPr>
        <p:spPr>
          <a:xfrm>
            <a:off x="3641500" y="1278450"/>
            <a:ext cx="5386200" cy="3930900"/>
          </a:xfrm>
          <a:prstGeom prst="rect">
            <a:avLst/>
          </a:prstGeom>
        </p:spPr>
        <p:txBody>
          <a:bodyPr anchorCtr="0" anchor="t" bIns="91425" lIns="0" spcFirstLastPara="1" rIns="91425" wrap="square" tIns="91425">
            <a:noAutofit/>
          </a:bodyPr>
          <a:lstStyle/>
          <a:p>
            <a:pPr indent="0" lvl="0" marL="0" rtl="0" algn="l">
              <a:lnSpc>
                <a:spcPct val="115000"/>
              </a:lnSpc>
              <a:spcBef>
                <a:spcPts val="1200"/>
              </a:spcBef>
              <a:spcAft>
                <a:spcPts val="0"/>
              </a:spcAft>
              <a:buNone/>
            </a:pPr>
            <a:r>
              <a:rPr b="1" lang="en" sz="1300">
                <a:solidFill>
                  <a:schemeClr val="accent2"/>
                </a:solidFill>
                <a:latin typeface="Arial"/>
                <a:ea typeface="Arial"/>
                <a:cs typeface="Arial"/>
                <a:sym typeface="Arial"/>
              </a:rPr>
              <a:t>Problem:</a:t>
            </a:r>
            <a:r>
              <a:rPr lang="en" sz="1300">
                <a:latin typeface="Arial"/>
                <a:ea typeface="Arial"/>
                <a:cs typeface="Arial"/>
                <a:sym typeface="Arial"/>
              </a:rPr>
              <a:t> Donors want transparent, immediate feedback that their contribution pushes a </a:t>
            </a:r>
            <a:r>
              <a:rPr b="1" lang="en" sz="1300">
                <a:latin typeface="Arial"/>
                <a:ea typeface="Arial"/>
                <a:cs typeface="Arial"/>
                <a:sym typeface="Arial"/>
              </a:rPr>
              <a:t>specific Need</a:t>
            </a:r>
            <a:r>
              <a:rPr lang="en" sz="1300">
                <a:latin typeface="Arial"/>
                <a:ea typeface="Arial"/>
                <a:cs typeface="Arial"/>
                <a:sym typeface="Arial"/>
              </a:rPr>
              <a:t> to fulfillment.</a:t>
            </a:r>
            <a:endParaRPr sz="1300">
              <a:latin typeface="Arial"/>
              <a:ea typeface="Arial"/>
              <a:cs typeface="Arial"/>
              <a:sym typeface="Arial"/>
            </a:endParaRPr>
          </a:p>
          <a:p>
            <a:pPr indent="0" lvl="0" marL="0" rtl="0" algn="l">
              <a:lnSpc>
                <a:spcPct val="115000"/>
              </a:lnSpc>
              <a:spcBef>
                <a:spcPts val="1200"/>
              </a:spcBef>
              <a:spcAft>
                <a:spcPts val="0"/>
              </a:spcAft>
              <a:buNone/>
            </a:pPr>
            <a:r>
              <a:t/>
            </a:r>
            <a:endParaRPr sz="1300">
              <a:latin typeface="Arial"/>
              <a:ea typeface="Arial"/>
              <a:cs typeface="Arial"/>
              <a:sym typeface="Arial"/>
            </a:endParaRPr>
          </a:p>
          <a:p>
            <a:pPr indent="0" lvl="0" marL="0" rtl="0" algn="l">
              <a:lnSpc>
                <a:spcPct val="115000"/>
              </a:lnSpc>
              <a:spcBef>
                <a:spcPts val="1200"/>
              </a:spcBef>
              <a:spcAft>
                <a:spcPts val="0"/>
              </a:spcAft>
              <a:buNone/>
            </a:pPr>
            <a:r>
              <a:rPr b="1" lang="en" sz="1300">
                <a:solidFill>
                  <a:schemeClr val="accent2"/>
                </a:solidFill>
                <a:latin typeface="Arial"/>
                <a:ea typeface="Arial"/>
                <a:cs typeface="Arial"/>
                <a:sym typeface="Arial"/>
              </a:rPr>
              <a:t>V1.0 Goals (today):</a:t>
            </a:r>
            <a:endParaRPr b="1" sz="1300">
              <a:solidFill>
                <a:schemeClr val="accent2"/>
              </a:solidFill>
              <a:latin typeface="Arial"/>
              <a:ea typeface="Arial"/>
              <a:cs typeface="Arial"/>
              <a:sym typeface="Arial"/>
            </a:endParaRPr>
          </a:p>
          <a:p>
            <a:pPr indent="-311150" lvl="0" marL="457200" rtl="0" algn="l">
              <a:lnSpc>
                <a:spcPct val="115000"/>
              </a:lnSpc>
              <a:spcBef>
                <a:spcPts val="1200"/>
              </a:spcBef>
              <a:spcAft>
                <a:spcPts val="0"/>
              </a:spcAft>
              <a:buClr>
                <a:schemeClr val="lt1"/>
              </a:buClr>
              <a:buSzPts val="1300"/>
              <a:buFont typeface="Arial"/>
              <a:buChar char="●"/>
            </a:pPr>
            <a:r>
              <a:rPr lang="en" sz="1300">
                <a:latin typeface="Arial"/>
                <a:ea typeface="Arial"/>
                <a:cs typeface="Arial"/>
                <a:sym typeface="Arial"/>
              </a:rPr>
              <a:t>Create a </a:t>
            </a:r>
            <a:r>
              <a:rPr b="1" lang="en" sz="1300">
                <a:latin typeface="Arial"/>
                <a:ea typeface="Arial"/>
                <a:cs typeface="Arial"/>
                <a:sym typeface="Arial"/>
              </a:rPr>
              <a:t>Need</a:t>
            </a:r>
            <a:r>
              <a:rPr lang="en" sz="1300">
                <a:latin typeface="Arial"/>
                <a:ea typeface="Arial"/>
                <a:cs typeface="Arial"/>
                <a:sym typeface="Arial"/>
              </a:rPr>
              <a:t> (description, cost)</a:t>
            </a:r>
            <a:endParaRPr sz="1300">
              <a:latin typeface="Arial"/>
              <a:ea typeface="Arial"/>
              <a:cs typeface="Arial"/>
              <a:sym typeface="Arial"/>
            </a:endParaRPr>
          </a:p>
          <a:p>
            <a:pPr indent="-311150" lvl="0" marL="457200" rtl="0" algn="l">
              <a:lnSpc>
                <a:spcPct val="115000"/>
              </a:lnSpc>
              <a:spcBef>
                <a:spcPts val="0"/>
              </a:spcBef>
              <a:spcAft>
                <a:spcPts val="0"/>
              </a:spcAft>
              <a:buClr>
                <a:schemeClr val="lt1"/>
              </a:buClr>
              <a:buSzPts val="1300"/>
              <a:buFont typeface="Arial"/>
              <a:buChar char="●"/>
            </a:pPr>
            <a:r>
              <a:rPr b="1" lang="en" sz="1300">
                <a:latin typeface="Arial"/>
                <a:ea typeface="Arial"/>
                <a:cs typeface="Arial"/>
                <a:sym typeface="Arial"/>
              </a:rPr>
              <a:t>Donate</a:t>
            </a:r>
            <a:r>
              <a:rPr lang="en" sz="1300">
                <a:latin typeface="Arial"/>
                <a:ea typeface="Arial"/>
                <a:cs typeface="Arial"/>
                <a:sym typeface="Arial"/>
              </a:rPr>
              <a:t> to a Need (recorded in </a:t>
            </a:r>
            <a:r>
              <a:rPr b="1" lang="en" sz="1300">
                <a:latin typeface="Arial"/>
                <a:ea typeface="Arial"/>
                <a:cs typeface="Arial"/>
                <a:sym typeface="Arial"/>
              </a:rPr>
              <a:t>Ledger</a:t>
            </a:r>
            <a:r>
              <a:rPr lang="en" sz="1300">
                <a:latin typeface="Arial"/>
                <a:ea typeface="Arial"/>
                <a:cs typeface="Arial"/>
                <a:sym typeface="Arial"/>
              </a:rPr>
              <a:t>)</a:t>
            </a:r>
            <a:endParaRPr sz="1300">
              <a:latin typeface="Arial"/>
              <a:ea typeface="Arial"/>
              <a:cs typeface="Arial"/>
              <a:sym typeface="Arial"/>
            </a:endParaRPr>
          </a:p>
          <a:p>
            <a:pPr indent="-311150" lvl="0" marL="457200" rtl="0" algn="l">
              <a:lnSpc>
                <a:spcPct val="115000"/>
              </a:lnSpc>
              <a:spcBef>
                <a:spcPts val="0"/>
              </a:spcBef>
              <a:spcAft>
                <a:spcPts val="0"/>
              </a:spcAft>
              <a:buClr>
                <a:schemeClr val="lt1"/>
              </a:buClr>
              <a:buSzPts val="1300"/>
              <a:buFont typeface="Arial"/>
              <a:buChar char="●"/>
            </a:pPr>
            <a:r>
              <a:rPr b="1" lang="en" sz="1300">
                <a:latin typeface="Arial"/>
                <a:ea typeface="Arial"/>
                <a:cs typeface="Arial"/>
                <a:sym typeface="Arial"/>
              </a:rPr>
              <a:t>Observer</a:t>
            </a:r>
            <a:r>
              <a:rPr lang="en" sz="1300">
                <a:latin typeface="Arial"/>
                <a:ea typeface="Arial"/>
                <a:cs typeface="Arial"/>
                <a:sym typeface="Arial"/>
              </a:rPr>
              <a:t> updates views automatically</a:t>
            </a:r>
            <a:endParaRPr sz="1300">
              <a:latin typeface="Arial"/>
              <a:ea typeface="Arial"/>
              <a:cs typeface="Arial"/>
              <a:sym typeface="Arial"/>
            </a:endParaRPr>
          </a:p>
          <a:p>
            <a:pPr indent="-311150" lvl="0" marL="457200" rtl="0" algn="l">
              <a:lnSpc>
                <a:spcPct val="115000"/>
              </a:lnSpc>
              <a:spcBef>
                <a:spcPts val="0"/>
              </a:spcBef>
              <a:spcAft>
                <a:spcPts val="0"/>
              </a:spcAft>
              <a:buClr>
                <a:schemeClr val="lt1"/>
              </a:buClr>
              <a:buSzPts val="1300"/>
              <a:buFont typeface="Arial"/>
              <a:buChar char="●"/>
            </a:pPr>
            <a:r>
              <a:rPr b="1" lang="en" sz="1300">
                <a:latin typeface="Arial"/>
                <a:ea typeface="Arial"/>
                <a:cs typeface="Arial"/>
                <a:sym typeface="Arial"/>
              </a:rPr>
              <a:t>Fulfilled</a:t>
            </a:r>
            <a:r>
              <a:rPr lang="en" sz="1300">
                <a:latin typeface="Arial"/>
                <a:ea typeface="Arial"/>
                <a:cs typeface="Arial"/>
                <a:sym typeface="Arial"/>
              </a:rPr>
              <a:t> state when fundedAmount ≥ cost</a:t>
            </a:r>
            <a:endParaRPr sz="1300">
              <a:latin typeface="Arial"/>
              <a:ea typeface="Arial"/>
              <a:cs typeface="Arial"/>
              <a:sym typeface="Arial"/>
            </a:endParaRPr>
          </a:p>
          <a:p>
            <a:pPr indent="0" lvl="0" marL="0" rtl="0" algn="l">
              <a:spcBef>
                <a:spcPts val="1200"/>
              </a:spcBef>
              <a:spcAft>
                <a:spcPts val="0"/>
              </a:spcAft>
              <a:buNone/>
            </a:pPr>
            <a:r>
              <a:t/>
            </a:r>
            <a:endParaRPr sz="1300">
              <a:latin typeface="Arial"/>
              <a:ea typeface="Arial"/>
              <a:cs typeface="Arial"/>
              <a:sym typeface="Arial"/>
            </a:endParaRPr>
          </a:p>
        </p:txBody>
      </p:sp>
      <p:sp>
        <p:nvSpPr>
          <p:cNvPr id="600" name="Google Shape;600;p56"/>
          <p:cNvSpPr txBox="1"/>
          <p:nvPr>
            <p:ph type="title"/>
          </p:nvPr>
        </p:nvSpPr>
        <p:spPr>
          <a:xfrm>
            <a:off x="3685006" y="624951"/>
            <a:ext cx="70089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b="1" lang="en" sz="2700">
                <a:latin typeface="Arial"/>
                <a:ea typeface="Arial"/>
                <a:cs typeface="Arial"/>
                <a:sym typeface="Arial"/>
              </a:rPr>
              <a:t>PROBLEM &amp; GOALS</a:t>
            </a:r>
            <a:endParaRPr b="1" sz="27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604" name="Shape 604"/>
        <p:cNvGrpSpPr/>
        <p:nvPr/>
      </p:nvGrpSpPr>
      <p:grpSpPr>
        <a:xfrm>
          <a:off x="0" y="0"/>
          <a:ext cx="0" cy="0"/>
          <a:chOff x="0" y="0"/>
          <a:chExt cx="0" cy="0"/>
        </a:xfrm>
      </p:grpSpPr>
      <p:sp>
        <p:nvSpPr>
          <p:cNvPr id="605" name="Google Shape;605;p57"/>
          <p:cNvSpPr txBox="1"/>
          <p:nvPr>
            <p:ph idx="6" type="body"/>
          </p:nvPr>
        </p:nvSpPr>
        <p:spPr>
          <a:xfrm>
            <a:off x="653575" y="596825"/>
            <a:ext cx="4551300" cy="415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b="1" lang="en" sz="2700">
                <a:latin typeface="Arial"/>
                <a:ea typeface="Arial"/>
                <a:cs typeface="Arial"/>
                <a:sym typeface="Arial"/>
              </a:rPr>
              <a:t>Observer Pattern</a:t>
            </a:r>
            <a:endParaRPr b="1" sz="2700">
              <a:latin typeface="Arial"/>
              <a:ea typeface="Arial"/>
              <a:cs typeface="Arial"/>
              <a:sym typeface="Arial"/>
            </a:endParaRPr>
          </a:p>
        </p:txBody>
      </p:sp>
      <p:pic>
        <p:nvPicPr>
          <p:cNvPr id="606" name="Google Shape;606;p57"/>
          <p:cNvPicPr preferRelativeResize="0"/>
          <p:nvPr/>
        </p:nvPicPr>
        <p:blipFill>
          <a:blip r:embed="rId3">
            <a:alphaModFix/>
          </a:blip>
          <a:stretch>
            <a:fillRect/>
          </a:stretch>
        </p:blipFill>
        <p:spPr>
          <a:xfrm>
            <a:off x="449250" y="1197725"/>
            <a:ext cx="8339395" cy="3558902"/>
          </a:xfrm>
          <a:prstGeom prst="rect">
            <a:avLst/>
          </a:prstGeom>
          <a:noFill/>
          <a:ln>
            <a:noFill/>
          </a:ln>
          <a:effectLst>
            <a:outerShdw blurRad="57150" rotWithShape="0" algn="bl" dir="5400000" dist="19050">
              <a:srgbClr val="000000">
                <a:alpha val="50000"/>
              </a:srgbClr>
            </a:outerShdw>
          </a:effectLst>
        </p:spPr>
      </p:pic>
      <p:sp>
        <p:nvSpPr>
          <p:cNvPr id="607" name="Google Shape;607;p57"/>
          <p:cNvSpPr txBox="1"/>
          <p:nvPr>
            <p:ph idx="7" type="body"/>
          </p:nvPr>
        </p:nvSpPr>
        <p:spPr>
          <a:xfrm>
            <a:off x="6278400" y="2882813"/>
            <a:ext cx="2439900" cy="1386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611" name="Shape 611"/>
        <p:cNvGrpSpPr/>
        <p:nvPr/>
      </p:nvGrpSpPr>
      <p:grpSpPr>
        <a:xfrm>
          <a:off x="0" y="0"/>
          <a:ext cx="0" cy="0"/>
          <a:chOff x="0" y="0"/>
          <a:chExt cx="0" cy="0"/>
        </a:xfrm>
      </p:grpSpPr>
      <p:pic>
        <p:nvPicPr>
          <p:cNvPr id="612" name="Google Shape;612;p58"/>
          <p:cNvPicPr preferRelativeResize="0"/>
          <p:nvPr/>
        </p:nvPicPr>
        <p:blipFill>
          <a:blip r:embed="rId3">
            <a:alphaModFix/>
          </a:blip>
          <a:stretch>
            <a:fillRect/>
          </a:stretch>
        </p:blipFill>
        <p:spPr>
          <a:xfrm>
            <a:off x="2671075" y="505587"/>
            <a:ext cx="5596874" cy="4406737"/>
          </a:xfrm>
          <a:prstGeom prst="rect">
            <a:avLst/>
          </a:prstGeom>
          <a:noFill/>
          <a:ln>
            <a:noFill/>
          </a:ln>
          <a:effectLst>
            <a:outerShdw blurRad="57150" rotWithShape="0" algn="bl" dir="5400000" dist="19050">
              <a:srgbClr val="000000">
                <a:alpha val="50000"/>
              </a:srgbClr>
            </a:outerShdw>
          </a:effectLst>
        </p:spPr>
      </p:pic>
      <p:sp>
        <p:nvSpPr>
          <p:cNvPr id="613" name="Google Shape;613;p58"/>
          <p:cNvSpPr txBox="1"/>
          <p:nvPr>
            <p:ph type="title"/>
          </p:nvPr>
        </p:nvSpPr>
        <p:spPr>
          <a:xfrm>
            <a:off x="603147" y="584081"/>
            <a:ext cx="4015800" cy="5586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b="1" lang="en" sz="2700">
                <a:solidFill>
                  <a:schemeClr val="lt1"/>
                </a:solidFill>
                <a:latin typeface="Arial"/>
                <a:ea typeface="Arial"/>
                <a:cs typeface="Arial"/>
                <a:sym typeface="Arial"/>
              </a:rPr>
              <a:t>Composite Pattern</a:t>
            </a:r>
            <a:endParaRPr b="1" sz="2700">
              <a:solidFill>
                <a:schemeClr val="lt1"/>
              </a:solidFill>
              <a:latin typeface="Arial"/>
              <a:ea typeface="Arial"/>
              <a:cs typeface="Arial"/>
              <a:sym typeface="Arial"/>
            </a:endParaRPr>
          </a:p>
        </p:txBody>
      </p:sp>
      <p:sp>
        <p:nvSpPr>
          <p:cNvPr id="614" name="Google Shape;614;p58"/>
          <p:cNvSpPr txBox="1"/>
          <p:nvPr/>
        </p:nvSpPr>
        <p:spPr>
          <a:xfrm>
            <a:off x="603150" y="1635475"/>
            <a:ext cx="1987200" cy="29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Display"/>
                <a:ea typeface="Red Hat Display"/>
                <a:cs typeface="Red Hat Display"/>
                <a:sym typeface="Red Hat Display"/>
              </a:rPr>
              <a:t>Core Functionality:</a:t>
            </a:r>
            <a:endParaRPr b="1">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b="1">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Shared interface</a:t>
            </a:r>
            <a:endParaRPr>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Bundle(s) in Bundle </a:t>
            </a:r>
            <a:r>
              <a:rPr lang="en">
                <a:solidFill>
                  <a:schemeClr val="lt1"/>
                </a:solidFill>
                <a:latin typeface="Red Hat Display"/>
                <a:ea typeface="Red Hat Display"/>
                <a:cs typeface="Red Hat Display"/>
                <a:sym typeface="Red Hat Display"/>
              </a:rPr>
              <a:t>capabilities</a:t>
            </a:r>
            <a:endParaRPr>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b="1" lang="en">
                <a:solidFill>
                  <a:schemeClr val="lt1"/>
                </a:solidFill>
                <a:latin typeface="Red Hat Display"/>
                <a:ea typeface="Red Hat Display"/>
                <a:cs typeface="Red Hat Display"/>
                <a:sym typeface="Red Hat Display"/>
              </a:rPr>
              <a:t>Important recursive  functions:</a:t>
            </a:r>
            <a:endParaRPr b="1">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b="1">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getName()</a:t>
            </a:r>
            <a:endParaRPr>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getTotal()</a:t>
            </a:r>
            <a:endParaRPr>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lt1"/>
              </a:solidFill>
              <a:latin typeface="Red Hat Display"/>
              <a:ea typeface="Red Hat Display"/>
              <a:cs typeface="Red Hat Display"/>
              <a:sym typeface="Red Hat Displ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618" name="Shape 618"/>
        <p:cNvGrpSpPr/>
        <p:nvPr/>
      </p:nvGrpSpPr>
      <p:grpSpPr>
        <a:xfrm>
          <a:off x="0" y="0"/>
          <a:ext cx="0" cy="0"/>
          <a:chOff x="0" y="0"/>
          <a:chExt cx="0" cy="0"/>
        </a:xfrm>
      </p:grpSpPr>
      <p:sp>
        <p:nvSpPr>
          <p:cNvPr id="619" name="Google Shape;619;p59"/>
          <p:cNvSpPr txBox="1"/>
          <p:nvPr>
            <p:ph idx="4294967295" type="title"/>
          </p:nvPr>
        </p:nvSpPr>
        <p:spPr>
          <a:xfrm>
            <a:off x="495125" y="515825"/>
            <a:ext cx="3154500" cy="58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700">
                <a:solidFill>
                  <a:schemeClr val="lt1"/>
                </a:solidFill>
                <a:latin typeface="Arial"/>
                <a:ea typeface="Arial"/>
                <a:cs typeface="Arial"/>
                <a:sym typeface="Arial"/>
              </a:rPr>
              <a:t>Core Principles</a:t>
            </a:r>
            <a:endParaRPr b="1" sz="2700">
              <a:solidFill>
                <a:schemeClr val="lt1"/>
              </a:solidFill>
              <a:latin typeface="Arial"/>
              <a:ea typeface="Arial"/>
              <a:cs typeface="Arial"/>
              <a:sym typeface="Arial"/>
            </a:endParaRPr>
          </a:p>
        </p:txBody>
      </p:sp>
      <p:pic>
        <p:nvPicPr>
          <p:cNvPr id="620" name="Google Shape;620;p59"/>
          <p:cNvPicPr preferRelativeResize="0"/>
          <p:nvPr/>
        </p:nvPicPr>
        <p:blipFill>
          <a:blip r:embed="rId3">
            <a:alphaModFix/>
          </a:blip>
          <a:stretch>
            <a:fillRect/>
          </a:stretch>
        </p:blipFill>
        <p:spPr>
          <a:xfrm>
            <a:off x="3200325" y="611926"/>
            <a:ext cx="5760748" cy="4269910"/>
          </a:xfrm>
          <a:prstGeom prst="rect">
            <a:avLst/>
          </a:prstGeom>
          <a:noFill/>
          <a:ln>
            <a:noFill/>
          </a:ln>
          <a:effectLst>
            <a:outerShdw blurRad="57150" rotWithShape="0" algn="bl" dir="5400000" dist="19050">
              <a:srgbClr val="000000">
                <a:alpha val="50000"/>
              </a:srgbClr>
            </a:outerShdw>
          </a:effectLst>
        </p:spPr>
      </p:pic>
      <p:sp>
        <p:nvSpPr>
          <p:cNvPr id="621" name="Google Shape;621;p59"/>
          <p:cNvSpPr txBox="1"/>
          <p:nvPr/>
        </p:nvSpPr>
        <p:spPr>
          <a:xfrm>
            <a:off x="690125" y="1580050"/>
            <a:ext cx="1987200" cy="29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Display"/>
                <a:ea typeface="Red Hat Display"/>
                <a:cs typeface="Red Hat Display"/>
                <a:sym typeface="Red Hat Display"/>
              </a:rPr>
              <a:t>Strengths</a:t>
            </a:r>
            <a:r>
              <a:rPr b="1" lang="en">
                <a:solidFill>
                  <a:schemeClr val="lt1"/>
                </a:solidFill>
                <a:latin typeface="Red Hat Display"/>
                <a:ea typeface="Red Hat Display"/>
                <a:cs typeface="Red Hat Display"/>
                <a:sym typeface="Red Hat Display"/>
              </a:rPr>
              <a:t>:</a:t>
            </a:r>
            <a:endParaRPr b="1">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b="1">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Low Coupling</a:t>
            </a:r>
            <a:endParaRPr>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Separation of Concerns</a:t>
            </a:r>
            <a:endParaRPr>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b="1" lang="en">
                <a:solidFill>
                  <a:schemeClr val="lt1"/>
                </a:solidFill>
                <a:latin typeface="Red Hat Display"/>
                <a:ea typeface="Red Hat Display"/>
                <a:cs typeface="Red Hat Display"/>
                <a:sym typeface="Red Hat Display"/>
              </a:rPr>
              <a:t>Dependency Inversion Principle:</a:t>
            </a:r>
            <a:endParaRPr b="1">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b="1">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Via Dependency Injection</a:t>
            </a:r>
            <a:endParaRPr>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lt1"/>
              </a:solidFill>
              <a:latin typeface="Red Hat Display"/>
              <a:ea typeface="Red Hat Display"/>
              <a:cs typeface="Red Hat Display"/>
              <a:sym typeface="Red Hat Displ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625" name="Shape 625"/>
        <p:cNvGrpSpPr/>
        <p:nvPr/>
      </p:nvGrpSpPr>
      <p:grpSpPr>
        <a:xfrm>
          <a:off x="0" y="0"/>
          <a:ext cx="0" cy="0"/>
          <a:chOff x="0" y="0"/>
          <a:chExt cx="0" cy="0"/>
        </a:xfrm>
      </p:grpSpPr>
      <p:sp>
        <p:nvSpPr>
          <p:cNvPr id="626" name="Google Shape;626;p60"/>
          <p:cNvSpPr txBox="1"/>
          <p:nvPr>
            <p:ph idx="1" type="body"/>
          </p:nvPr>
        </p:nvSpPr>
        <p:spPr>
          <a:xfrm>
            <a:off x="228600" y="457200"/>
            <a:ext cx="3258000" cy="82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700">
                <a:latin typeface="Arial"/>
                <a:ea typeface="Arial"/>
                <a:cs typeface="Arial"/>
                <a:sym typeface="Arial"/>
              </a:rPr>
              <a:t>MVC Architecture</a:t>
            </a:r>
            <a:endParaRPr b="1" sz="2700">
              <a:latin typeface="Arial"/>
              <a:ea typeface="Arial"/>
              <a:cs typeface="Arial"/>
              <a:sym typeface="Arial"/>
            </a:endParaRPr>
          </a:p>
        </p:txBody>
      </p:sp>
      <p:pic>
        <p:nvPicPr>
          <p:cNvPr id="627" name="Google Shape;627;p60"/>
          <p:cNvPicPr preferRelativeResize="0"/>
          <p:nvPr/>
        </p:nvPicPr>
        <p:blipFill>
          <a:blip r:embed="rId3">
            <a:alphaModFix/>
          </a:blip>
          <a:stretch>
            <a:fillRect/>
          </a:stretch>
        </p:blipFill>
        <p:spPr>
          <a:xfrm>
            <a:off x="3549150" y="152400"/>
            <a:ext cx="5251123" cy="4922923"/>
          </a:xfrm>
          <a:prstGeom prst="rect">
            <a:avLst/>
          </a:prstGeom>
          <a:no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pic>
      <p:sp>
        <p:nvSpPr>
          <p:cNvPr id="628" name="Google Shape;628;p60"/>
          <p:cNvSpPr txBox="1"/>
          <p:nvPr/>
        </p:nvSpPr>
        <p:spPr>
          <a:xfrm>
            <a:off x="603150" y="1635475"/>
            <a:ext cx="1987200" cy="29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Display"/>
                <a:ea typeface="Red Hat Display"/>
                <a:cs typeface="Red Hat Display"/>
                <a:sym typeface="Red Hat Display"/>
              </a:rPr>
              <a:t>VIEW</a:t>
            </a:r>
            <a:endParaRPr b="1">
              <a:solidFill>
                <a:schemeClr val="lt1"/>
              </a:solidFill>
              <a:latin typeface="Red Hat Display"/>
              <a:ea typeface="Red Hat Display"/>
              <a:cs typeface="Red Hat Display"/>
              <a:sym typeface="Red Hat Display"/>
            </a:endParaRPr>
          </a:p>
          <a:p>
            <a:pPr indent="-317500" lvl="0" marL="457200" rtl="0" algn="l">
              <a:spcBef>
                <a:spcPts val="0"/>
              </a:spcBef>
              <a:spcAft>
                <a:spcPts val="0"/>
              </a:spcAft>
              <a:buClr>
                <a:schemeClr val="lt1"/>
              </a:buClr>
              <a:buSzPts val="1400"/>
              <a:buFont typeface="Red Hat Display"/>
              <a:buChar char="●"/>
            </a:pPr>
            <a:r>
              <a:rPr b="1" lang="en">
                <a:solidFill>
                  <a:schemeClr val="lt1"/>
                </a:solidFill>
                <a:latin typeface="Red Hat Display"/>
                <a:ea typeface="Red Hat Display"/>
                <a:cs typeface="Red Hat Display"/>
                <a:sym typeface="Red Hat Display"/>
              </a:rPr>
              <a:t>Console/CLI</a:t>
            </a:r>
            <a:endParaRPr b="1">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b="1" lang="en">
                <a:solidFill>
                  <a:schemeClr val="lt1"/>
                </a:solidFill>
                <a:latin typeface="Red Hat Display"/>
                <a:ea typeface="Red Hat Display"/>
                <a:cs typeface="Red Hat Display"/>
                <a:sym typeface="Red Hat Display"/>
              </a:rPr>
              <a:t>CONTROLLER</a:t>
            </a:r>
            <a:endParaRPr b="1">
              <a:solidFill>
                <a:schemeClr val="lt1"/>
              </a:solidFill>
              <a:latin typeface="Red Hat Display"/>
              <a:ea typeface="Red Hat Display"/>
              <a:cs typeface="Red Hat Display"/>
              <a:sym typeface="Red Hat Display"/>
            </a:endParaRPr>
          </a:p>
          <a:p>
            <a:pPr indent="-317500" lvl="0" marL="457200" rtl="0" algn="l">
              <a:spcBef>
                <a:spcPts val="0"/>
              </a:spcBef>
              <a:spcAft>
                <a:spcPts val="0"/>
              </a:spcAft>
              <a:buClr>
                <a:schemeClr val="lt1"/>
              </a:buClr>
              <a:buSzPts val="1400"/>
              <a:buFont typeface="Red Hat Display"/>
              <a:buChar char="●"/>
            </a:pPr>
            <a:r>
              <a:rPr b="1" lang="en">
                <a:solidFill>
                  <a:schemeClr val="lt1"/>
                </a:solidFill>
                <a:latin typeface="Red Hat Display"/>
                <a:ea typeface="Red Hat Display"/>
                <a:cs typeface="Red Hat Display"/>
                <a:sym typeface="Red Hat Display"/>
              </a:rPr>
              <a:t>NeedsContr.</a:t>
            </a:r>
            <a:endParaRPr b="1">
              <a:solidFill>
                <a:schemeClr val="lt1"/>
              </a:solidFill>
              <a:latin typeface="Red Hat Display"/>
              <a:ea typeface="Red Hat Display"/>
              <a:cs typeface="Red Hat Display"/>
              <a:sym typeface="Red Hat Display"/>
            </a:endParaRPr>
          </a:p>
          <a:p>
            <a:pPr indent="-317500" lvl="0" marL="457200" rtl="0" algn="l">
              <a:spcBef>
                <a:spcPts val="0"/>
              </a:spcBef>
              <a:spcAft>
                <a:spcPts val="0"/>
              </a:spcAft>
              <a:buClr>
                <a:schemeClr val="lt1"/>
              </a:buClr>
              <a:buSzPts val="1400"/>
              <a:buFont typeface="Red Hat Display"/>
              <a:buChar char="●"/>
            </a:pPr>
            <a:r>
              <a:rPr b="1" lang="en">
                <a:solidFill>
                  <a:schemeClr val="lt1"/>
                </a:solidFill>
                <a:latin typeface="Red Hat Display"/>
                <a:ea typeface="Red Hat Display"/>
                <a:cs typeface="Red Hat Display"/>
                <a:sym typeface="Red Hat Display"/>
              </a:rPr>
              <a:t>LedgerContr.</a:t>
            </a:r>
            <a:endParaRPr b="1">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b="1">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b="1" lang="en">
                <a:solidFill>
                  <a:schemeClr val="lt1"/>
                </a:solidFill>
                <a:latin typeface="Red Hat Display"/>
                <a:ea typeface="Red Hat Display"/>
                <a:cs typeface="Red Hat Display"/>
                <a:sym typeface="Red Hat Display"/>
              </a:rPr>
              <a:t>MODEL</a:t>
            </a:r>
            <a:endParaRPr b="1">
              <a:solidFill>
                <a:schemeClr val="lt1"/>
              </a:solidFill>
              <a:latin typeface="Red Hat Display"/>
              <a:ea typeface="Red Hat Display"/>
              <a:cs typeface="Red Hat Display"/>
              <a:sym typeface="Red Hat Display"/>
            </a:endParaRPr>
          </a:p>
          <a:p>
            <a:pPr indent="-317500" lvl="0" marL="457200" rtl="0" algn="l">
              <a:spcBef>
                <a:spcPts val="0"/>
              </a:spcBef>
              <a:spcAft>
                <a:spcPts val="0"/>
              </a:spcAft>
              <a:buClr>
                <a:schemeClr val="lt1"/>
              </a:buClr>
              <a:buSzPts val="1400"/>
              <a:buFont typeface="Red Hat Display"/>
              <a:buChar char="●"/>
            </a:pPr>
            <a:r>
              <a:rPr b="1" lang="en">
                <a:solidFill>
                  <a:schemeClr val="lt1"/>
                </a:solidFill>
                <a:latin typeface="Red Hat Display"/>
                <a:ea typeface="Red Hat Display"/>
                <a:cs typeface="Red Hat Display"/>
                <a:sym typeface="Red Hat Display"/>
              </a:rPr>
              <a:t>Repos</a:t>
            </a:r>
            <a:endParaRPr b="1">
              <a:solidFill>
                <a:schemeClr val="lt1"/>
              </a:solidFill>
              <a:latin typeface="Red Hat Display"/>
              <a:ea typeface="Red Hat Display"/>
              <a:cs typeface="Red Hat Display"/>
              <a:sym typeface="Red Hat Display"/>
            </a:endParaRPr>
          </a:p>
          <a:p>
            <a:pPr indent="-317500" lvl="0" marL="457200" rtl="0" algn="l">
              <a:spcBef>
                <a:spcPts val="0"/>
              </a:spcBef>
              <a:spcAft>
                <a:spcPts val="0"/>
              </a:spcAft>
              <a:buClr>
                <a:schemeClr val="lt1"/>
              </a:buClr>
              <a:buSzPts val="1400"/>
              <a:buFont typeface="Red Hat Display"/>
              <a:buChar char="●"/>
            </a:pPr>
            <a:r>
              <a:rPr b="1" lang="en">
                <a:solidFill>
                  <a:schemeClr val="lt1"/>
                </a:solidFill>
                <a:latin typeface="Red Hat Display"/>
                <a:ea typeface="Red Hat Display"/>
                <a:cs typeface="Red Hat Display"/>
                <a:sym typeface="Red Hat Display"/>
              </a:rPr>
              <a:t>CSV Manager</a:t>
            </a:r>
            <a:endParaRPr b="1">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lt1"/>
              </a:solidFill>
              <a:latin typeface="Red Hat Display"/>
              <a:ea typeface="Red Hat Display"/>
              <a:cs typeface="Red Hat Display"/>
              <a:sym typeface="Red Hat Displa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632" name="Shape 632"/>
        <p:cNvGrpSpPr/>
        <p:nvPr/>
      </p:nvGrpSpPr>
      <p:grpSpPr>
        <a:xfrm>
          <a:off x="0" y="0"/>
          <a:ext cx="0" cy="0"/>
          <a:chOff x="0" y="0"/>
          <a:chExt cx="0" cy="0"/>
        </a:xfrm>
      </p:grpSpPr>
      <p:sp>
        <p:nvSpPr>
          <p:cNvPr id="633" name="Google Shape;633;p61"/>
          <p:cNvSpPr txBox="1"/>
          <p:nvPr>
            <p:ph idx="3" type="subTitle"/>
          </p:nvPr>
        </p:nvSpPr>
        <p:spPr>
          <a:xfrm>
            <a:off x="2778125" y="1260075"/>
            <a:ext cx="6062100" cy="3474600"/>
          </a:xfrm>
          <a:prstGeom prst="rect">
            <a:avLst/>
          </a:prstGeom>
        </p:spPr>
        <p:txBody>
          <a:bodyPr anchorCtr="0" anchor="b" bIns="0" lIns="0" spcFirstLastPara="1" rIns="0" wrap="square" tIns="0">
            <a:noAutofit/>
          </a:bodyPr>
          <a:lstStyle/>
          <a:p>
            <a:pPr indent="-336550" lvl="0" marL="457200" rtl="0" algn="l">
              <a:spcBef>
                <a:spcPts val="0"/>
              </a:spcBef>
              <a:spcAft>
                <a:spcPts val="0"/>
              </a:spcAft>
              <a:buClr>
                <a:schemeClr val="lt1"/>
              </a:buClr>
              <a:buSzPts val="1700"/>
              <a:buFont typeface="Arial"/>
              <a:buChar char="●"/>
            </a:pPr>
            <a:r>
              <a:rPr b="1" lang="en" sz="1700">
                <a:solidFill>
                  <a:schemeClr val="lt1"/>
                </a:solidFill>
                <a:latin typeface="Arial"/>
                <a:ea typeface="Arial"/>
                <a:cs typeface="Arial"/>
                <a:sym typeface="Arial"/>
              </a:rPr>
              <a:t>Observer over polling</a:t>
            </a:r>
            <a:r>
              <a:rPr lang="en" sz="1700">
                <a:solidFill>
                  <a:schemeClr val="lt1"/>
                </a:solidFill>
                <a:latin typeface="Arial"/>
                <a:ea typeface="Arial"/>
                <a:cs typeface="Arial"/>
                <a:sym typeface="Arial"/>
              </a:rPr>
              <a:t> → Event‑driven, lower coupling, instant updates</a:t>
            </a:r>
            <a:endParaRPr sz="1700">
              <a:solidFill>
                <a:schemeClr val="lt1"/>
              </a:solidFill>
              <a:latin typeface="Arial"/>
              <a:ea typeface="Arial"/>
              <a:cs typeface="Arial"/>
              <a:sym typeface="Arial"/>
            </a:endParaRPr>
          </a:p>
          <a:p>
            <a:pPr indent="-336550" lvl="0" marL="457200" rtl="0" algn="l">
              <a:spcBef>
                <a:spcPts val="1000"/>
              </a:spcBef>
              <a:spcAft>
                <a:spcPts val="0"/>
              </a:spcAft>
              <a:buClr>
                <a:schemeClr val="lt1"/>
              </a:buClr>
              <a:buSzPts val="1700"/>
              <a:buFont typeface="Arial"/>
              <a:buChar char="●"/>
            </a:pPr>
            <a:r>
              <a:rPr b="1" lang="en" sz="1700">
                <a:solidFill>
                  <a:schemeClr val="lt1"/>
                </a:solidFill>
                <a:latin typeface="Arial"/>
                <a:ea typeface="Arial"/>
                <a:cs typeface="Arial"/>
                <a:sym typeface="Arial"/>
              </a:rPr>
              <a:t>CSV/in‑mem now</a:t>
            </a:r>
            <a:r>
              <a:rPr lang="en" sz="1700">
                <a:solidFill>
                  <a:schemeClr val="lt1"/>
                </a:solidFill>
                <a:latin typeface="Arial"/>
                <a:ea typeface="Arial"/>
                <a:cs typeface="Arial"/>
                <a:sym typeface="Arial"/>
              </a:rPr>
              <a:t> → Fast iteration, deterministic demos, simple seeding for testing.</a:t>
            </a:r>
            <a:endParaRPr sz="1700">
              <a:solidFill>
                <a:schemeClr val="lt1"/>
              </a:solidFill>
              <a:latin typeface="Arial"/>
              <a:ea typeface="Arial"/>
              <a:cs typeface="Arial"/>
              <a:sym typeface="Arial"/>
            </a:endParaRPr>
          </a:p>
          <a:p>
            <a:pPr indent="-336550" lvl="0" marL="457200" rtl="0" algn="l">
              <a:spcBef>
                <a:spcPts val="1000"/>
              </a:spcBef>
              <a:spcAft>
                <a:spcPts val="0"/>
              </a:spcAft>
              <a:buClr>
                <a:schemeClr val="lt1"/>
              </a:buClr>
              <a:buSzPts val="1700"/>
              <a:buFont typeface="Arial"/>
              <a:buChar char="●"/>
            </a:pPr>
            <a:r>
              <a:rPr b="1" lang="en" sz="1700">
                <a:solidFill>
                  <a:schemeClr val="lt1"/>
                </a:solidFill>
                <a:latin typeface="Arial"/>
                <a:ea typeface="Arial"/>
                <a:cs typeface="Arial"/>
                <a:sym typeface="Arial"/>
              </a:rPr>
              <a:t>Interface‑first Repos</a:t>
            </a:r>
            <a:r>
              <a:rPr lang="en" sz="1700">
                <a:solidFill>
                  <a:schemeClr val="lt1"/>
                </a:solidFill>
                <a:latin typeface="Arial"/>
                <a:ea typeface="Arial"/>
                <a:cs typeface="Arial"/>
                <a:sym typeface="Arial"/>
              </a:rPr>
              <a:t> → Storage swap with no domain/controller changes</a:t>
            </a:r>
            <a:endParaRPr sz="1700">
              <a:solidFill>
                <a:schemeClr val="lt1"/>
              </a:solidFill>
              <a:latin typeface="Arial"/>
              <a:ea typeface="Arial"/>
              <a:cs typeface="Arial"/>
              <a:sym typeface="Arial"/>
            </a:endParaRPr>
          </a:p>
          <a:p>
            <a:pPr indent="-336550" lvl="0" marL="457200" rtl="0" algn="l">
              <a:spcBef>
                <a:spcPts val="1000"/>
              </a:spcBef>
              <a:spcAft>
                <a:spcPts val="0"/>
              </a:spcAft>
              <a:buClr>
                <a:schemeClr val="lt1"/>
              </a:buClr>
              <a:buSzPts val="1700"/>
              <a:buFont typeface="Arial"/>
              <a:buChar char="●"/>
            </a:pPr>
            <a:r>
              <a:rPr b="1" lang="en" sz="1700">
                <a:solidFill>
                  <a:schemeClr val="lt1"/>
                </a:solidFill>
                <a:latin typeface="Arial"/>
                <a:ea typeface="Arial"/>
                <a:cs typeface="Arial"/>
                <a:sym typeface="Arial"/>
              </a:rPr>
              <a:t>Central Ledger</a:t>
            </a:r>
            <a:r>
              <a:rPr lang="en" sz="1700">
                <a:solidFill>
                  <a:schemeClr val="lt1"/>
                </a:solidFill>
                <a:latin typeface="Arial"/>
                <a:ea typeface="Arial"/>
                <a:cs typeface="Arial"/>
                <a:sym typeface="Arial"/>
              </a:rPr>
              <a:t> → One source of truth for donations/transactions</a:t>
            </a:r>
            <a:endParaRPr sz="1700">
              <a:solidFill>
                <a:schemeClr val="lt1"/>
              </a:solidFill>
              <a:latin typeface="Arial"/>
              <a:ea typeface="Arial"/>
              <a:cs typeface="Arial"/>
              <a:sym typeface="Arial"/>
            </a:endParaRPr>
          </a:p>
          <a:p>
            <a:pPr indent="-336550" lvl="0" marL="457200" rtl="0" algn="l">
              <a:spcBef>
                <a:spcPts val="1000"/>
              </a:spcBef>
              <a:spcAft>
                <a:spcPts val="0"/>
              </a:spcAft>
              <a:buClr>
                <a:schemeClr val="lt1"/>
              </a:buClr>
              <a:buSzPts val="1700"/>
              <a:buFont typeface="Arial"/>
              <a:buChar char="●"/>
            </a:pPr>
            <a:r>
              <a:rPr b="1" lang="en" sz="1700">
                <a:solidFill>
                  <a:schemeClr val="lt1"/>
                </a:solidFill>
                <a:latin typeface="Arial"/>
                <a:ea typeface="Arial"/>
                <a:cs typeface="Arial"/>
                <a:sym typeface="Arial"/>
              </a:rPr>
              <a:t>Drawbacks</a:t>
            </a:r>
            <a:r>
              <a:rPr lang="en" sz="1700">
                <a:solidFill>
                  <a:schemeClr val="lt1"/>
                </a:solidFill>
                <a:latin typeface="Arial"/>
                <a:ea typeface="Arial"/>
                <a:cs typeface="Arial"/>
                <a:sym typeface="Arial"/>
              </a:rPr>
              <a:t> </a:t>
            </a:r>
            <a:r>
              <a:rPr lang="en" sz="1700">
                <a:solidFill>
                  <a:schemeClr val="lt1"/>
                </a:solidFill>
                <a:latin typeface="Arial"/>
                <a:ea typeface="Arial"/>
                <a:cs typeface="Arial"/>
                <a:sym typeface="Arial"/>
              </a:rPr>
              <a:t> →</a:t>
            </a:r>
            <a:r>
              <a:rPr lang="en" sz="1700">
                <a:solidFill>
                  <a:schemeClr val="lt1"/>
                </a:solidFill>
                <a:latin typeface="Arial"/>
                <a:ea typeface="Arial"/>
                <a:cs typeface="Arial"/>
                <a:sym typeface="Arial"/>
              </a:rPr>
              <a:t>  Low cohesion for model components</a:t>
            </a:r>
            <a:endParaRPr sz="1700">
              <a:solidFill>
                <a:schemeClr val="lt1"/>
              </a:solidFill>
              <a:latin typeface="Arial"/>
              <a:ea typeface="Arial"/>
              <a:cs typeface="Arial"/>
              <a:sym typeface="Arial"/>
            </a:endParaRPr>
          </a:p>
          <a:p>
            <a:pPr indent="0" lvl="0" marL="0" rtl="0" algn="l">
              <a:spcBef>
                <a:spcPts val="1000"/>
              </a:spcBef>
              <a:spcAft>
                <a:spcPts val="0"/>
              </a:spcAft>
              <a:buNone/>
            </a:pPr>
            <a:r>
              <a:t/>
            </a:r>
            <a:endParaRPr sz="1700">
              <a:solidFill>
                <a:schemeClr val="lt1"/>
              </a:solidFill>
            </a:endParaRPr>
          </a:p>
        </p:txBody>
      </p:sp>
      <p:sp>
        <p:nvSpPr>
          <p:cNvPr id="634" name="Google Shape;634;p61"/>
          <p:cNvSpPr txBox="1"/>
          <p:nvPr>
            <p:ph type="title"/>
          </p:nvPr>
        </p:nvSpPr>
        <p:spPr>
          <a:xfrm>
            <a:off x="3154650" y="467500"/>
            <a:ext cx="57609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b="1" lang="en" sz="2700">
                <a:solidFill>
                  <a:schemeClr val="lt1"/>
                </a:solidFill>
                <a:latin typeface="Arial"/>
                <a:ea typeface="Arial"/>
                <a:cs typeface="Arial"/>
                <a:sym typeface="Arial"/>
              </a:rPr>
              <a:t>Decisions and tradeoffs</a:t>
            </a:r>
            <a:endParaRPr b="1" sz="2700">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8" name="Shape 638"/>
        <p:cNvGrpSpPr/>
        <p:nvPr/>
      </p:nvGrpSpPr>
      <p:grpSpPr>
        <a:xfrm>
          <a:off x="0" y="0"/>
          <a:ext cx="0" cy="0"/>
          <a:chOff x="0" y="0"/>
          <a:chExt cx="0" cy="0"/>
        </a:xfrm>
      </p:grpSpPr>
      <p:sp>
        <p:nvSpPr>
          <p:cNvPr id="639" name="Google Shape;639;p62"/>
          <p:cNvSpPr txBox="1"/>
          <p:nvPr>
            <p:ph type="title"/>
          </p:nvPr>
        </p:nvSpPr>
        <p:spPr>
          <a:xfrm>
            <a:off x="2860063" y="226350"/>
            <a:ext cx="4015800" cy="558600"/>
          </a:xfrm>
          <a:prstGeom prst="rect">
            <a:avLst/>
          </a:prstGeom>
        </p:spPr>
        <p:txBody>
          <a:bodyPr anchorCtr="0" anchor="t" bIns="91425" lIns="0" spcFirstLastPara="1" rIns="91425" wrap="square" tIns="91425">
            <a:spAutoFit/>
          </a:bodyPr>
          <a:lstStyle/>
          <a:p>
            <a:pPr indent="0" lvl="0" marL="0" rtl="0" algn="ctr">
              <a:spcBef>
                <a:spcPts val="0"/>
              </a:spcBef>
              <a:spcAft>
                <a:spcPts val="0"/>
              </a:spcAft>
              <a:buNone/>
            </a:pPr>
            <a:r>
              <a:rPr b="1" lang="en" sz="2700">
                <a:solidFill>
                  <a:schemeClr val="dk1"/>
                </a:solidFill>
              </a:rPr>
              <a:t>Startup Sequence</a:t>
            </a:r>
            <a:endParaRPr b="1" sz="2700">
              <a:solidFill>
                <a:schemeClr val="dk1"/>
              </a:solidFill>
            </a:endParaRPr>
          </a:p>
        </p:txBody>
      </p:sp>
      <p:pic>
        <p:nvPicPr>
          <p:cNvPr id="640" name="Google Shape;640;p62"/>
          <p:cNvPicPr preferRelativeResize="0"/>
          <p:nvPr/>
        </p:nvPicPr>
        <p:blipFill>
          <a:blip r:embed="rId3">
            <a:alphaModFix/>
          </a:blip>
          <a:stretch>
            <a:fillRect/>
          </a:stretch>
        </p:blipFill>
        <p:spPr>
          <a:xfrm>
            <a:off x="228600" y="834600"/>
            <a:ext cx="9038049" cy="4077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4" name="Shape 644"/>
        <p:cNvGrpSpPr/>
        <p:nvPr/>
      </p:nvGrpSpPr>
      <p:grpSpPr>
        <a:xfrm>
          <a:off x="0" y="0"/>
          <a:ext cx="0" cy="0"/>
          <a:chOff x="0" y="0"/>
          <a:chExt cx="0" cy="0"/>
        </a:xfrm>
      </p:grpSpPr>
      <p:sp>
        <p:nvSpPr>
          <p:cNvPr id="645" name="Google Shape;645;p63"/>
          <p:cNvSpPr txBox="1"/>
          <p:nvPr>
            <p:ph type="title"/>
          </p:nvPr>
        </p:nvSpPr>
        <p:spPr>
          <a:xfrm>
            <a:off x="228600" y="2202300"/>
            <a:ext cx="1664400" cy="8772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b="1" lang="en" sz="2500">
                <a:solidFill>
                  <a:schemeClr val="dk1"/>
                </a:solidFill>
              </a:rPr>
              <a:t>New Need </a:t>
            </a:r>
            <a:endParaRPr b="1" sz="2500">
              <a:solidFill>
                <a:schemeClr val="dk1"/>
              </a:solidFill>
            </a:endParaRPr>
          </a:p>
          <a:p>
            <a:pPr indent="0" lvl="0" marL="0" rtl="0" algn="l">
              <a:spcBef>
                <a:spcPts val="0"/>
              </a:spcBef>
              <a:spcAft>
                <a:spcPts val="0"/>
              </a:spcAft>
              <a:buNone/>
            </a:pPr>
            <a:r>
              <a:rPr b="1" lang="en" sz="2500">
                <a:solidFill>
                  <a:schemeClr val="dk1"/>
                </a:solidFill>
              </a:rPr>
              <a:t>Sequence</a:t>
            </a:r>
            <a:endParaRPr b="1" sz="2500">
              <a:solidFill>
                <a:schemeClr val="dk1"/>
              </a:solidFill>
            </a:endParaRPr>
          </a:p>
        </p:txBody>
      </p:sp>
      <p:pic>
        <p:nvPicPr>
          <p:cNvPr id="646" name="Google Shape;646;p63"/>
          <p:cNvPicPr preferRelativeResize="0"/>
          <p:nvPr/>
        </p:nvPicPr>
        <p:blipFill>
          <a:blip r:embed="rId3">
            <a:alphaModFix/>
          </a:blip>
          <a:stretch>
            <a:fillRect/>
          </a:stretch>
        </p:blipFill>
        <p:spPr>
          <a:xfrm>
            <a:off x="1297832" y="287225"/>
            <a:ext cx="7734794" cy="47625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0" name="Shape 650"/>
        <p:cNvGrpSpPr/>
        <p:nvPr/>
      </p:nvGrpSpPr>
      <p:grpSpPr>
        <a:xfrm>
          <a:off x="0" y="0"/>
          <a:ext cx="0" cy="0"/>
          <a:chOff x="0" y="0"/>
          <a:chExt cx="0" cy="0"/>
        </a:xfrm>
      </p:grpSpPr>
      <p:pic>
        <p:nvPicPr>
          <p:cNvPr id="651" name="Google Shape;651;p64"/>
          <p:cNvPicPr preferRelativeResize="0"/>
          <p:nvPr/>
        </p:nvPicPr>
        <p:blipFill>
          <a:blip r:embed="rId3">
            <a:alphaModFix/>
          </a:blip>
          <a:stretch>
            <a:fillRect/>
          </a:stretch>
        </p:blipFill>
        <p:spPr>
          <a:xfrm>
            <a:off x="677555" y="190500"/>
            <a:ext cx="8237844" cy="4762501"/>
          </a:xfrm>
          <a:prstGeom prst="rect">
            <a:avLst/>
          </a:prstGeom>
          <a:noFill/>
          <a:ln>
            <a:noFill/>
          </a:ln>
        </p:spPr>
      </p:pic>
      <p:sp>
        <p:nvSpPr>
          <p:cNvPr id="652" name="Google Shape;652;p64"/>
          <p:cNvSpPr txBox="1"/>
          <p:nvPr>
            <p:ph type="title"/>
          </p:nvPr>
        </p:nvSpPr>
        <p:spPr>
          <a:xfrm>
            <a:off x="157163" y="2184441"/>
            <a:ext cx="1932300" cy="932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b="1" lang="en" sz="2700">
                <a:solidFill>
                  <a:schemeClr val="dk1"/>
                </a:solidFill>
              </a:rPr>
              <a:t>Adding to Ledger</a:t>
            </a:r>
            <a:endParaRPr b="1" sz="27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656" name="Shape 656"/>
        <p:cNvGrpSpPr/>
        <p:nvPr/>
      </p:nvGrpSpPr>
      <p:grpSpPr>
        <a:xfrm>
          <a:off x="0" y="0"/>
          <a:ext cx="0" cy="0"/>
          <a:chOff x="0" y="0"/>
          <a:chExt cx="0" cy="0"/>
        </a:xfrm>
      </p:grpSpPr>
      <p:sp>
        <p:nvSpPr>
          <p:cNvPr id="657" name="Google Shape;657;p65"/>
          <p:cNvSpPr txBox="1"/>
          <p:nvPr>
            <p:ph idx="1" type="subTitle"/>
          </p:nvPr>
        </p:nvSpPr>
        <p:spPr>
          <a:xfrm>
            <a:off x="3506100" y="1480300"/>
            <a:ext cx="5232900" cy="3432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500"/>
              <a:t>This demonstration showcases the Composite (Needs/Bundles) and Observer (Model updates View) patterns as the core of the application.</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b="1" lang="en" sz="1500"/>
              <a:t>Key Demonstration Points:</a:t>
            </a:r>
            <a:endParaRPr b="1" sz="1500"/>
          </a:p>
          <a:p>
            <a:pPr indent="-323850" lvl="0" marL="457200" rtl="0" algn="l">
              <a:spcBef>
                <a:spcPts val="0"/>
              </a:spcBef>
              <a:spcAft>
                <a:spcPts val="0"/>
              </a:spcAft>
              <a:buSzPts val="1500"/>
              <a:buAutoNum type="arabicPeriod"/>
            </a:pPr>
            <a:r>
              <a:rPr b="1" lang="en" sz="1500"/>
              <a:t>Create a New Need (leaf) →</a:t>
            </a:r>
            <a:r>
              <a:rPr lang="en" sz="1500"/>
              <a:t> Add a non-composite item to the catalog.</a:t>
            </a:r>
            <a:endParaRPr sz="1500"/>
          </a:p>
          <a:p>
            <a:pPr indent="-323850" lvl="0" marL="457200" rtl="0" algn="l">
              <a:spcBef>
                <a:spcPts val="0"/>
              </a:spcBef>
              <a:spcAft>
                <a:spcPts val="0"/>
              </a:spcAft>
              <a:buSzPts val="1500"/>
              <a:buAutoNum type="arabicPeriod"/>
            </a:pPr>
            <a:r>
              <a:rPr b="1" lang="en" sz="1500"/>
              <a:t>Record Fullfillment →</a:t>
            </a:r>
            <a:r>
              <a:rPr lang="en" sz="1500"/>
              <a:t> Add a donation/fulfillment entry to the Ledger.</a:t>
            </a:r>
            <a:endParaRPr sz="1500"/>
          </a:p>
          <a:p>
            <a:pPr indent="-323850" lvl="0" marL="457200" rtl="0" algn="l">
              <a:spcBef>
                <a:spcPts val="0"/>
              </a:spcBef>
              <a:spcAft>
                <a:spcPts val="0"/>
              </a:spcAft>
              <a:buSzPts val="1500"/>
              <a:buAutoNum type="arabicPeriod"/>
            </a:pPr>
            <a:r>
              <a:rPr b="1" lang="en" sz="1500"/>
              <a:t>Observer in Action</a:t>
            </a:r>
            <a:r>
              <a:rPr lang="en" sz="1500"/>
              <a:t> → Observe the instant </a:t>
            </a:r>
            <a:r>
              <a:rPr b="1" lang="en" sz="1500"/>
              <a:t>[ALERT]</a:t>
            </a:r>
            <a:r>
              <a:rPr lang="en" sz="1500"/>
              <a:t> </a:t>
            </a:r>
            <a:r>
              <a:rPr lang="en" sz="1500"/>
              <a:t>messages</a:t>
            </a:r>
            <a:r>
              <a:rPr lang="en" sz="1500"/>
              <a:t> that confirm the View is automatically updated when the </a:t>
            </a:r>
            <a:r>
              <a:rPr b="1" lang="en" sz="1500"/>
              <a:t>Model </a:t>
            </a:r>
            <a:r>
              <a:rPr lang="en" sz="1500"/>
              <a:t>changes.</a:t>
            </a:r>
            <a:endParaRPr sz="1500"/>
          </a:p>
          <a:p>
            <a:pPr indent="-323850" lvl="0" marL="457200" rtl="0" algn="l">
              <a:spcBef>
                <a:spcPts val="0"/>
              </a:spcBef>
              <a:spcAft>
                <a:spcPts val="0"/>
              </a:spcAft>
              <a:buSzPts val="1500"/>
              <a:buAutoNum type="arabicPeriod"/>
            </a:pPr>
            <a:r>
              <a:rPr b="1" lang="en" sz="1500"/>
              <a:t>Create a Bundle (Composite)</a:t>
            </a:r>
            <a:r>
              <a:rPr lang="en" sz="1500"/>
              <a:t> → (if time allows) Assemble existing Needs into a new Bundle</a:t>
            </a:r>
            <a:endParaRPr sz="1500"/>
          </a:p>
        </p:txBody>
      </p:sp>
      <p:sp>
        <p:nvSpPr>
          <p:cNvPr id="658" name="Google Shape;658;p65"/>
          <p:cNvSpPr txBox="1"/>
          <p:nvPr>
            <p:ph type="title"/>
          </p:nvPr>
        </p:nvSpPr>
        <p:spPr>
          <a:xfrm>
            <a:off x="3506100" y="738175"/>
            <a:ext cx="49665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b="1" lang="en"/>
              <a:t>Live Demo</a:t>
            </a:r>
            <a:endParaRPr b="1"/>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66"/>
          <p:cNvSpPr txBox="1"/>
          <p:nvPr>
            <p:ph type="title"/>
          </p:nvPr>
        </p:nvSpPr>
        <p:spPr>
          <a:xfrm>
            <a:off x="228600" y="420017"/>
            <a:ext cx="6480300" cy="5586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b="1" lang="en" sz="2700">
                <a:solidFill>
                  <a:schemeClr val="lt1"/>
                </a:solidFill>
                <a:latin typeface="Arial"/>
                <a:ea typeface="Arial"/>
                <a:cs typeface="Arial"/>
                <a:sym typeface="Arial"/>
              </a:rPr>
              <a:t>Team Roles and challenges</a:t>
            </a:r>
            <a:endParaRPr b="1" sz="2700">
              <a:solidFill>
                <a:schemeClr val="lt1"/>
              </a:solidFill>
              <a:latin typeface="Arial"/>
              <a:ea typeface="Arial"/>
              <a:cs typeface="Arial"/>
              <a:sym typeface="Arial"/>
            </a:endParaRPr>
          </a:p>
        </p:txBody>
      </p:sp>
      <p:sp>
        <p:nvSpPr>
          <p:cNvPr id="664" name="Google Shape;664;p66"/>
          <p:cNvSpPr txBox="1"/>
          <p:nvPr>
            <p:ph idx="4294967295" type="body"/>
          </p:nvPr>
        </p:nvSpPr>
        <p:spPr>
          <a:xfrm>
            <a:off x="311700" y="1152475"/>
            <a:ext cx="5845200" cy="2505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300">
                <a:solidFill>
                  <a:schemeClr val="accent2"/>
                </a:solidFill>
                <a:latin typeface="Arial"/>
                <a:ea typeface="Arial"/>
                <a:cs typeface="Arial"/>
                <a:sym typeface="Arial"/>
              </a:rPr>
              <a:t>Technical Roles:</a:t>
            </a:r>
            <a:endParaRPr b="1" sz="1300">
              <a:solidFill>
                <a:schemeClr val="accent2"/>
              </a:solidFill>
              <a:latin typeface="Arial"/>
              <a:ea typeface="Arial"/>
              <a:cs typeface="Arial"/>
              <a:sym typeface="Arial"/>
            </a:endParaRPr>
          </a:p>
          <a:p>
            <a:pPr indent="-311150" lvl="0" marL="457200" rtl="0" algn="l">
              <a:lnSpc>
                <a:spcPct val="115000"/>
              </a:lnSpc>
              <a:spcBef>
                <a:spcPts val="1200"/>
              </a:spcBef>
              <a:spcAft>
                <a:spcPts val="0"/>
              </a:spcAft>
              <a:buClr>
                <a:schemeClr val="lt1"/>
              </a:buClr>
              <a:buSzPts val="1300"/>
              <a:buFont typeface="Arial"/>
              <a:buChar char="●"/>
            </a:pPr>
            <a:r>
              <a:rPr b="1" lang="en" sz="1300">
                <a:latin typeface="Arial"/>
                <a:ea typeface="Arial"/>
                <a:cs typeface="Arial"/>
                <a:sym typeface="Arial"/>
              </a:rPr>
              <a:t>Connor:</a:t>
            </a:r>
            <a:r>
              <a:rPr lang="en" sz="1300">
                <a:latin typeface="Arial"/>
                <a:ea typeface="Arial"/>
                <a:cs typeface="Arial"/>
                <a:sym typeface="Arial"/>
              </a:rPr>
              <a:t> View &amp; Integration</a:t>
            </a:r>
            <a:endParaRPr sz="1300">
              <a:latin typeface="Arial"/>
              <a:ea typeface="Arial"/>
              <a:cs typeface="Arial"/>
              <a:sym typeface="Arial"/>
            </a:endParaRPr>
          </a:p>
          <a:p>
            <a:pPr indent="-311150" lvl="0" marL="457200" rtl="0" algn="l">
              <a:lnSpc>
                <a:spcPct val="115000"/>
              </a:lnSpc>
              <a:spcBef>
                <a:spcPts val="0"/>
              </a:spcBef>
              <a:spcAft>
                <a:spcPts val="0"/>
              </a:spcAft>
              <a:buClr>
                <a:schemeClr val="lt1"/>
              </a:buClr>
              <a:buSzPts val="1300"/>
              <a:buFont typeface="Arial"/>
              <a:buChar char="●"/>
            </a:pPr>
            <a:r>
              <a:rPr b="1" lang="en" sz="1300">
                <a:latin typeface="Arial"/>
                <a:ea typeface="Arial"/>
                <a:cs typeface="Arial"/>
                <a:sym typeface="Arial"/>
              </a:rPr>
              <a:t>Jon:</a:t>
            </a:r>
            <a:r>
              <a:rPr lang="en" sz="1300">
                <a:latin typeface="Arial"/>
                <a:ea typeface="Arial"/>
                <a:cs typeface="Arial"/>
                <a:sym typeface="Arial"/>
              </a:rPr>
              <a:t> Controllers &amp; Business Logic (create/donate flows,  wire repos ↔ model, Quality Assurance)</a:t>
            </a:r>
            <a:endParaRPr sz="1300">
              <a:latin typeface="Arial"/>
              <a:ea typeface="Arial"/>
              <a:cs typeface="Arial"/>
              <a:sym typeface="Arial"/>
            </a:endParaRPr>
          </a:p>
          <a:p>
            <a:pPr indent="-311150" lvl="0" marL="457200" rtl="0" algn="l">
              <a:lnSpc>
                <a:spcPct val="115000"/>
              </a:lnSpc>
              <a:spcBef>
                <a:spcPts val="0"/>
              </a:spcBef>
              <a:spcAft>
                <a:spcPts val="0"/>
              </a:spcAft>
              <a:buClr>
                <a:schemeClr val="lt1"/>
              </a:buClr>
              <a:buSzPts val="1300"/>
              <a:buFont typeface="Arial"/>
              <a:buChar char="●"/>
            </a:pPr>
            <a:r>
              <a:rPr b="1" lang="en" sz="1300">
                <a:latin typeface="Arial"/>
                <a:ea typeface="Arial"/>
                <a:cs typeface="Arial"/>
                <a:sym typeface="Arial"/>
              </a:rPr>
              <a:t>Patrick:</a:t>
            </a:r>
            <a:r>
              <a:rPr lang="en" sz="1300">
                <a:latin typeface="Arial"/>
                <a:ea typeface="Arial"/>
                <a:cs typeface="Arial"/>
                <a:sym typeface="Arial"/>
              </a:rPr>
              <a:t> Persistence &amp; Repository (CSV read/write,  storage logic,  seeds)</a:t>
            </a:r>
            <a:endParaRPr sz="1300">
              <a:latin typeface="Arial"/>
              <a:ea typeface="Arial"/>
              <a:cs typeface="Arial"/>
              <a:sym typeface="Arial"/>
            </a:endParaRPr>
          </a:p>
          <a:p>
            <a:pPr indent="-311150" lvl="0" marL="457200" rtl="0" algn="l">
              <a:lnSpc>
                <a:spcPct val="115000"/>
              </a:lnSpc>
              <a:spcBef>
                <a:spcPts val="0"/>
              </a:spcBef>
              <a:spcAft>
                <a:spcPts val="0"/>
              </a:spcAft>
              <a:buClr>
                <a:schemeClr val="lt1"/>
              </a:buClr>
              <a:buSzPts val="1300"/>
              <a:buFont typeface="Arial"/>
              <a:buChar char="●"/>
            </a:pPr>
            <a:r>
              <a:rPr b="1" lang="en" sz="1300">
                <a:latin typeface="Arial"/>
                <a:ea typeface="Arial"/>
                <a:cs typeface="Arial"/>
                <a:sym typeface="Arial"/>
              </a:rPr>
              <a:t>Oliver:</a:t>
            </a:r>
            <a:r>
              <a:rPr lang="en" sz="1300">
                <a:latin typeface="Arial"/>
                <a:ea typeface="Arial"/>
                <a:cs typeface="Arial"/>
                <a:sym typeface="Arial"/>
              </a:rPr>
              <a:t> Domain &amp; Composite (Need/Bundle design,  Composite behavior, Quality Assurance)</a:t>
            </a:r>
            <a:endParaRPr sz="1300">
              <a:latin typeface="Arial"/>
              <a:ea typeface="Arial"/>
              <a:cs typeface="Arial"/>
              <a:sym typeface="Arial"/>
            </a:endParaRPr>
          </a:p>
          <a:p>
            <a:pPr indent="0" lvl="0" marL="0" rtl="0" algn="l">
              <a:lnSpc>
                <a:spcPct val="115000"/>
              </a:lnSpc>
              <a:spcBef>
                <a:spcPts val="1200"/>
              </a:spcBef>
              <a:spcAft>
                <a:spcPts val="0"/>
              </a:spcAft>
              <a:buNone/>
            </a:pPr>
            <a:r>
              <a:t/>
            </a:r>
            <a:endParaRPr b="1" sz="1300">
              <a:latin typeface="Arial"/>
              <a:ea typeface="Arial"/>
              <a:cs typeface="Arial"/>
              <a:sym typeface="Arial"/>
            </a:endParaRPr>
          </a:p>
          <a:p>
            <a:pPr indent="0" lvl="0" marL="0" rtl="0" algn="l">
              <a:lnSpc>
                <a:spcPct val="115000"/>
              </a:lnSpc>
              <a:spcBef>
                <a:spcPts val="0"/>
              </a:spcBef>
              <a:spcAft>
                <a:spcPts val="0"/>
              </a:spcAft>
              <a:buNone/>
            </a:pPr>
            <a:r>
              <a:t/>
            </a:r>
            <a:endParaRPr b="1" sz="1300">
              <a:latin typeface="Arial"/>
              <a:ea typeface="Arial"/>
              <a:cs typeface="Arial"/>
              <a:sym typeface="Arial"/>
            </a:endParaRPr>
          </a:p>
        </p:txBody>
      </p:sp>
      <p:sp>
        <p:nvSpPr>
          <p:cNvPr id="665" name="Google Shape;665;p66"/>
          <p:cNvSpPr txBox="1"/>
          <p:nvPr/>
        </p:nvSpPr>
        <p:spPr>
          <a:xfrm>
            <a:off x="311700" y="3718975"/>
            <a:ext cx="71358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chemeClr val="accent2"/>
                </a:solidFill>
              </a:rPr>
              <a:t>Process:</a:t>
            </a:r>
            <a:r>
              <a:rPr lang="en" sz="1300">
                <a:solidFill>
                  <a:schemeClr val="lt1"/>
                </a:solidFill>
              </a:rPr>
              <a:t> GitHub issues → PRs → reviews,  one-command run.</a:t>
            </a:r>
            <a:endParaRPr sz="1300">
              <a:solidFill>
                <a:schemeClr val="lt1"/>
              </a:solidFill>
            </a:endParaRPr>
          </a:p>
          <a:p>
            <a:pPr indent="0" lvl="0" marL="0" rtl="0" algn="l">
              <a:lnSpc>
                <a:spcPct val="115000"/>
              </a:lnSpc>
              <a:spcBef>
                <a:spcPts val="0"/>
              </a:spcBef>
              <a:spcAft>
                <a:spcPts val="0"/>
              </a:spcAft>
              <a:buNone/>
            </a:pPr>
            <a:br>
              <a:rPr lang="en" sz="1300">
                <a:solidFill>
                  <a:schemeClr val="lt1"/>
                </a:solidFill>
              </a:rPr>
            </a:br>
            <a:r>
              <a:rPr b="1" lang="en" sz="1300">
                <a:solidFill>
                  <a:schemeClr val="accent2"/>
                </a:solidFill>
              </a:rPr>
              <a:t>Challenges → Mitigation</a:t>
            </a:r>
            <a:r>
              <a:rPr b="1" lang="en" sz="1300">
                <a:solidFill>
                  <a:schemeClr val="lt1"/>
                </a:solidFill>
              </a:rPr>
              <a:t>:</a:t>
            </a:r>
            <a:r>
              <a:rPr lang="en" sz="1300">
                <a:solidFill>
                  <a:schemeClr val="lt1"/>
                </a:solidFill>
              </a:rPr>
              <a:t> controller timing → mocks,  seed consistency → CSV versioning,  demo risk → backups + projector-safe fonts.</a:t>
            </a:r>
            <a:endParaRPr b="1" sz="1300">
              <a:solidFill>
                <a:schemeClr val="lt1"/>
              </a:solidFill>
            </a:endParaRPr>
          </a:p>
        </p:txBody>
      </p:sp>
      <p:sp>
        <p:nvSpPr>
          <p:cNvPr id="666" name="Google Shape;666;p66"/>
          <p:cNvSpPr txBox="1"/>
          <p:nvPr/>
        </p:nvSpPr>
        <p:spPr>
          <a:xfrm rot="890273">
            <a:off x="6599445" y="3618222"/>
            <a:ext cx="2272684" cy="633735"/>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dk2"/>
                </a:solidFill>
                <a:latin typeface="Red Hat Display"/>
                <a:ea typeface="Red Hat Display"/>
                <a:cs typeface="Red Hat Display"/>
                <a:sym typeface="Red Hat Display"/>
              </a:rPr>
              <a:t>Ambiguities!!!</a:t>
            </a:r>
            <a:endParaRPr b="1" sz="2100">
              <a:solidFill>
                <a:schemeClr val="dk2"/>
              </a:solidFill>
              <a:latin typeface="Red Hat Display"/>
              <a:ea typeface="Red Hat Display"/>
              <a:cs typeface="Red Hat Display"/>
              <a:sym typeface="Red Hat Displa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67"/>
          <p:cNvSpPr txBox="1"/>
          <p:nvPr>
            <p:ph idx="4294967295" type="subTitle"/>
          </p:nvPr>
        </p:nvSpPr>
        <p:spPr>
          <a:xfrm>
            <a:off x="291400" y="1533025"/>
            <a:ext cx="5278500" cy="28320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700">
                <a:latin typeface="Arial"/>
                <a:ea typeface="Arial"/>
                <a:cs typeface="Arial"/>
                <a:sym typeface="Arial"/>
              </a:rPr>
              <a:t>Next</a:t>
            </a:r>
            <a:endParaRPr b="1" sz="1700">
              <a:latin typeface="Arial"/>
              <a:ea typeface="Arial"/>
              <a:cs typeface="Arial"/>
              <a:sym typeface="Arial"/>
            </a:endParaRPr>
          </a:p>
          <a:p>
            <a:pPr indent="-336550" lvl="0" marL="457200" rtl="0" algn="l">
              <a:lnSpc>
                <a:spcPct val="115000"/>
              </a:lnSpc>
              <a:spcBef>
                <a:spcPts val="1200"/>
              </a:spcBef>
              <a:spcAft>
                <a:spcPts val="0"/>
              </a:spcAft>
              <a:buClr>
                <a:schemeClr val="lt1"/>
              </a:buClr>
              <a:buSzPts val="1700"/>
              <a:buFont typeface="Arial"/>
              <a:buChar char="●"/>
            </a:pPr>
            <a:r>
              <a:rPr lang="en" sz="1700">
                <a:latin typeface="Arial"/>
                <a:ea typeface="Arial"/>
                <a:cs typeface="Arial"/>
                <a:sym typeface="Arial"/>
              </a:rPr>
              <a:t>Visual UI probably SwingUI</a:t>
            </a:r>
            <a:endParaRPr sz="1700">
              <a:latin typeface="Arial"/>
              <a:ea typeface="Arial"/>
              <a:cs typeface="Arial"/>
              <a:sym typeface="Arial"/>
            </a:endParaRPr>
          </a:p>
          <a:p>
            <a:pPr indent="-336550" lvl="0" marL="457200" rtl="0" algn="l">
              <a:lnSpc>
                <a:spcPct val="115000"/>
              </a:lnSpc>
              <a:spcBef>
                <a:spcPts val="0"/>
              </a:spcBef>
              <a:spcAft>
                <a:spcPts val="0"/>
              </a:spcAft>
              <a:buClr>
                <a:schemeClr val="lt1"/>
              </a:buClr>
              <a:buSzPts val="1700"/>
              <a:buFont typeface="Arial"/>
              <a:buChar char="●"/>
            </a:pPr>
            <a:r>
              <a:rPr lang="en" sz="1700">
                <a:latin typeface="Arial"/>
                <a:ea typeface="Arial"/>
                <a:cs typeface="Arial"/>
                <a:sym typeface="Arial"/>
              </a:rPr>
              <a:t>Validation &amp; error paths</a:t>
            </a:r>
            <a:endParaRPr sz="1700">
              <a:latin typeface="Arial"/>
              <a:ea typeface="Arial"/>
              <a:cs typeface="Arial"/>
              <a:sym typeface="Arial"/>
            </a:endParaRPr>
          </a:p>
          <a:p>
            <a:pPr indent="-336550" lvl="0" marL="457200" rtl="0" algn="l">
              <a:lnSpc>
                <a:spcPct val="115000"/>
              </a:lnSpc>
              <a:spcBef>
                <a:spcPts val="0"/>
              </a:spcBef>
              <a:spcAft>
                <a:spcPts val="0"/>
              </a:spcAft>
              <a:buClr>
                <a:schemeClr val="lt1"/>
              </a:buClr>
              <a:buSzPts val="1700"/>
              <a:buFont typeface="Arial"/>
              <a:buChar char="●"/>
            </a:pPr>
            <a:r>
              <a:rPr lang="en" sz="1700">
                <a:latin typeface="Arial"/>
                <a:ea typeface="Arial"/>
                <a:cs typeface="Arial"/>
                <a:sym typeface="Arial"/>
              </a:rPr>
              <a:t>Basic auth/roles</a:t>
            </a:r>
            <a:endParaRPr sz="1700">
              <a:latin typeface="Arial"/>
              <a:ea typeface="Arial"/>
              <a:cs typeface="Arial"/>
              <a:sym typeface="Arial"/>
            </a:endParaRPr>
          </a:p>
          <a:p>
            <a:pPr indent="-336550" lvl="0" marL="457200" rtl="0" algn="l">
              <a:lnSpc>
                <a:spcPct val="115000"/>
              </a:lnSpc>
              <a:spcBef>
                <a:spcPts val="0"/>
              </a:spcBef>
              <a:spcAft>
                <a:spcPts val="0"/>
              </a:spcAft>
              <a:buClr>
                <a:schemeClr val="lt1"/>
              </a:buClr>
              <a:buSzPts val="1700"/>
              <a:buFont typeface="Arial"/>
              <a:buChar char="●"/>
            </a:pPr>
            <a:r>
              <a:rPr lang="en" sz="1700">
                <a:latin typeface="Arial"/>
                <a:ea typeface="Arial"/>
                <a:cs typeface="Arial"/>
                <a:sym typeface="Arial"/>
              </a:rPr>
              <a:t>Better testing for edge cases</a:t>
            </a:r>
            <a:endParaRPr sz="1700">
              <a:latin typeface="Arial"/>
              <a:ea typeface="Arial"/>
              <a:cs typeface="Arial"/>
              <a:sym typeface="Arial"/>
            </a:endParaRPr>
          </a:p>
          <a:p>
            <a:pPr indent="-336550" lvl="0" marL="457200" rtl="0" algn="l">
              <a:lnSpc>
                <a:spcPct val="115000"/>
              </a:lnSpc>
              <a:spcBef>
                <a:spcPts val="0"/>
              </a:spcBef>
              <a:spcAft>
                <a:spcPts val="0"/>
              </a:spcAft>
              <a:buClr>
                <a:schemeClr val="lt1"/>
              </a:buClr>
              <a:buSzPts val="1700"/>
              <a:buFont typeface="Arial"/>
              <a:buChar char="●"/>
            </a:pPr>
            <a:r>
              <a:rPr lang="en" sz="1700">
                <a:latin typeface="Arial"/>
                <a:ea typeface="Arial"/>
                <a:cs typeface="Arial"/>
                <a:sym typeface="Arial"/>
              </a:rPr>
              <a:t>Bundle allocation strategies</a:t>
            </a:r>
            <a:endParaRPr sz="1700">
              <a:latin typeface="Arial"/>
              <a:ea typeface="Arial"/>
              <a:cs typeface="Arial"/>
              <a:sym typeface="Arial"/>
            </a:endParaRPr>
          </a:p>
          <a:p>
            <a:pPr indent="-336550" lvl="0" marL="457200" rtl="0" algn="l">
              <a:lnSpc>
                <a:spcPct val="115000"/>
              </a:lnSpc>
              <a:spcBef>
                <a:spcPts val="0"/>
              </a:spcBef>
              <a:spcAft>
                <a:spcPts val="0"/>
              </a:spcAft>
              <a:buClr>
                <a:schemeClr val="lt1"/>
              </a:buClr>
              <a:buSzPts val="1700"/>
              <a:buFont typeface="Arial"/>
              <a:buChar char="●"/>
            </a:pPr>
            <a:r>
              <a:rPr lang="en" sz="1700">
                <a:latin typeface="Arial"/>
                <a:ea typeface="Arial"/>
                <a:cs typeface="Arial"/>
                <a:sym typeface="Arial"/>
              </a:rPr>
              <a:t>Donation </a:t>
            </a:r>
            <a:r>
              <a:rPr lang="en" sz="1700">
                <a:latin typeface="Arial"/>
                <a:ea typeface="Arial"/>
                <a:cs typeface="Arial"/>
                <a:sym typeface="Arial"/>
              </a:rPr>
              <a:t>fulfillments</a:t>
            </a:r>
            <a:r>
              <a:rPr lang="en" sz="1700">
                <a:latin typeface="Arial"/>
                <a:ea typeface="Arial"/>
                <a:cs typeface="Arial"/>
                <a:sym typeface="Arial"/>
              </a:rPr>
              <a:t> are reflected in our Needs Catalog</a:t>
            </a:r>
            <a:endParaRPr sz="1700">
              <a:latin typeface="Arial"/>
              <a:ea typeface="Arial"/>
              <a:cs typeface="Arial"/>
              <a:sym typeface="Arial"/>
            </a:endParaRPr>
          </a:p>
          <a:p>
            <a:pPr indent="0" lvl="0" marL="0" rtl="0" algn="l">
              <a:spcBef>
                <a:spcPts val="1200"/>
              </a:spcBef>
              <a:spcAft>
                <a:spcPts val="0"/>
              </a:spcAft>
              <a:buNone/>
            </a:pPr>
            <a:r>
              <a:t/>
            </a:r>
            <a:endParaRPr sz="1700"/>
          </a:p>
        </p:txBody>
      </p:sp>
      <p:sp>
        <p:nvSpPr>
          <p:cNvPr id="672" name="Google Shape;672;p67"/>
          <p:cNvSpPr txBox="1"/>
          <p:nvPr>
            <p:ph type="title"/>
          </p:nvPr>
        </p:nvSpPr>
        <p:spPr>
          <a:xfrm>
            <a:off x="182850" y="337067"/>
            <a:ext cx="5760900" cy="587700"/>
          </a:xfrm>
          <a:prstGeom prst="rect">
            <a:avLst/>
          </a:prstGeom>
        </p:spPr>
        <p:txBody>
          <a:bodyPr anchorCtr="0" anchor="b" bIns="0" lIns="0" spcFirstLastPara="1" rIns="91425" wrap="square" tIns="91425">
            <a:noAutofit/>
          </a:bodyPr>
          <a:lstStyle/>
          <a:p>
            <a:pPr indent="0" lvl="0" marL="0" rtl="0" algn="l">
              <a:lnSpc>
                <a:spcPct val="115000"/>
              </a:lnSpc>
              <a:spcBef>
                <a:spcPts val="2400"/>
              </a:spcBef>
              <a:spcAft>
                <a:spcPts val="600"/>
              </a:spcAft>
              <a:buNone/>
            </a:pPr>
            <a:r>
              <a:rPr b="1" lang="en" sz="2700">
                <a:latin typeface="Arial"/>
                <a:ea typeface="Arial"/>
                <a:cs typeface="Arial"/>
                <a:sym typeface="Arial"/>
              </a:rPr>
              <a:t>Next Steps &amp; Q&amp;A</a:t>
            </a:r>
            <a:endParaRPr b="1" sz="4400"/>
          </a:p>
        </p:txBody>
      </p:sp>
    </p:spTree>
  </p:cSld>
  <p:clrMapOvr>
    <a:masterClrMapping/>
  </p:clrMapOvr>
</p:sld>
</file>

<file path=ppt/theme/theme1.xml><?xml version="1.0" encoding="utf-8"?>
<a:theme xmlns:a="http://schemas.openxmlformats.org/drawingml/2006/main" xmlns:r="http://schemas.openxmlformats.org/officeDocument/2006/relationships" name="Investor Pitch Presentation">
  <a:themeElements>
    <a:clrScheme name="Simple Light">
      <a:dk1>
        <a:srgbClr val="1B1B1B"/>
      </a:dk1>
      <a:lt1>
        <a:srgbClr val="FFFFFF"/>
      </a:lt1>
      <a:dk2>
        <a:srgbClr val="85C086"/>
      </a:dk2>
      <a:lt2>
        <a:srgbClr val="D0E1BE"/>
      </a:lt2>
      <a:accent1>
        <a:srgbClr val="85C085"/>
      </a:accent1>
      <a:accent2>
        <a:srgbClr val="50A350"/>
      </a:accent2>
      <a:accent3>
        <a:srgbClr val="3E863C"/>
      </a:accent3>
      <a:accent4>
        <a:srgbClr val="1E691E"/>
      </a:accent4>
      <a:accent5>
        <a:srgbClr val="074907"/>
      </a:accent5>
      <a:accent6>
        <a:srgbClr val="666666"/>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